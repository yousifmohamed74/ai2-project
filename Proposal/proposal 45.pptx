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13"/>
  </p:notesMasterIdLst>
  <p:sldIdLst>
    <p:sldId id="256" r:id="rId3"/>
    <p:sldId id="259" r:id="rId4"/>
    <p:sldId id="258" r:id="rId5"/>
    <p:sldId id="298" r:id="rId6"/>
    <p:sldId id="299" r:id="rId7"/>
    <p:sldId id="260" r:id="rId8"/>
    <p:sldId id="261" r:id="rId9"/>
    <p:sldId id="301" r:id="rId10"/>
    <p:sldId id="302" r:id="rId11"/>
    <p:sldId id="270" r:id="rId12"/>
  </p:sldIdLst>
  <p:sldSz cx="9144000" cy="5143500" type="screen16x9"/>
  <p:notesSz cx="6858000" cy="9144000"/>
  <p:embeddedFontLst>
    <p:embeddedFont>
      <p:font typeface="Anaheim" panose="020B0604020202020204" charset="0"/>
      <p:regular r:id="rId14"/>
      <p:bold r:id="rId15"/>
    </p:embeddedFont>
    <p:embeddedFont>
      <p:font typeface="Nunito Light" pitchFamily="2" charset="0"/>
      <p:regular r:id="rId16"/>
      <p:italic r:id="rId17"/>
    </p:embeddedFont>
    <p:embeddedFont>
      <p:font typeface="Poppins" panose="00000500000000000000" pitchFamily="2" charset="0"/>
      <p:regular r:id="rId18"/>
      <p:bold r:id="rId19"/>
      <p:italic r:id="rId20"/>
      <p:boldItalic r:id="rId21"/>
    </p:embeddedFont>
    <p:embeddedFont>
      <p:font typeface="Proxima Nova" panose="020B0604020202020204" charset="0"/>
      <p:regular r:id="rId22"/>
      <p:bold r:id="rId23"/>
      <p:italic r:id="rId24"/>
      <p:boldItalic r:id="rId25"/>
    </p:embeddedFont>
    <p:embeddedFont>
      <p:font typeface="Proxima Nova Semibold" panose="020B0604020202020204" charset="0"/>
      <p:regular r:id="rId26"/>
      <p:bold r:id="rId27"/>
      <p:boldItalic r:id="rId28"/>
    </p:embeddedFont>
    <p:embeddedFont>
      <p:font typeface="PT Sans" panose="020B0503020203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7119A2-42D1-4449-98B8-D17456C51D2B}">
  <a:tblStyle styleId="{397119A2-42D1-4449-98B8-D17456C51D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27BC179-57C1-448C-A391-D6346C14482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4" d="100"/>
          <a:sy n="114" d="100"/>
        </p:scale>
        <p:origin x="3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1.xml"/><Relationship Id="rId21" Type="http://schemas.openxmlformats.org/officeDocument/2006/relationships/font" Target="fonts/font8.fntdata"/><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32" Type="http://schemas.openxmlformats.org/officeDocument/2006/relationships/font" Target="fonts/font19.fntdata"/><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8" Type="http://schemas.openxmlformats.org/officeDocument/2006/relationships/hyperlink" Target="https://bit.ly/3A1uf1Q"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 name="Google Shape;10;p2"/>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alphaModFix/>
              </a:blip>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alphaModFix/>
              </a:blip>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alphaModFix/>
              </a:blip>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alphaModFix/>
              </a:blip>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alphaModFix/>
            </a:blip>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alphaModFix/>
            </a:blip>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24" name="Google Shape;24;p3"/>
          <p:cNvPicPr preferRelativeResize="0"/>
          <p:nvPr/>
        </p:nvPicPr>
        <p:blipFill>
          <a:blip r:embed="rId3">
            <a:alphaModFix/>
          </a:blip>
          <a:stretch>
            <a:fillRect/>
          </a:stretch>
        </p:blipFill>
        <p:spPr>
          <a:xfrm>
            <a:off x="8171225" y="0"/>
            <a:ext cx="972775" cy="972775"/>
          </a:xfrm>
          <a:prstGeom prst="rect">
            <a:avLst/>
          </a:prstGeom>
          <a:noFill/>
          <a:ln>
            <a:noFill/>
          </a:ln>
        </p:spPr>
      </p:pic>
      <p:grpSp>
        <p:nvGrpSpPr>
          <p:cNvPr id="25" name="Google Shape;25;p3"/>
          <p:cNvGrpSpPr/>
          <p:nvPr/>
        </p:nvGrpSpPr>
        <p:grpSpPr>
          <a:xfrm>
            <a:off x="4303195" y="4617494"/>
            <a:ext cx="4845850" cy="529600"/>
            <a:chOff x="4296376" y="4610675"/>
            <a:chExt cx="4845850" cy="529600"/>
          </a:xfrm>
        </p:grpSpPr>
        <p:pic>
          <p:nvPicPr>
            <p:cNvPr id="26" name="Google Shape;26;p3"/>
            <p:cNvPicPr preferRelativeResize="0"/>
            <p:nvPr/>
          </p:nvPicPr>
          <p:blipFill>
            <a:blip r:embed="rId4">
              <a:alphaModFix/>
            </a:blip>
            <a:stretch>
              <a:fillRect/>
            </a:stretch>
          </p:blipFill>
          <p:spPr>
            <a:xfrm rot="10800000">
              <a:off x="4296376" y="4610675"/>
              <a:ext cx="4845850" cy="529600"/>
            </a:xfrm>
            <a:prstGeom prst="rect">
              <a:avLst/>
            </a:prstGeom>
            <a:noFill/>
            <a:ln>
              <a:noFill/>
            </a:ln>
          </p:spPr>
        </p:pic>
        <p:pic>
          <p:nvPicPr>
            <p:cNvPr id="27" name="Google Shape;27;p3"/>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sp>
        <p:nvSpPr>
          <p:cNvPr id="28" name="Google Shape;28;p3"/>
          <p:cNvSpPr txBox="1">
            <a:spLocks noGrp="1"/>
          </p:cNvSpPr>
          <p:nvPr>
            <p:ph type="title"/>
          </p:nvPr>
        </p:nvSpPr>
        <p:spPr>
          <a:xfrm>
            <a:off x="4047175" y="2409650"/>
            <a:ext cx="4383600" cy="1391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5690275" y="1037350"/>
            <a:ext cx="1097400" cy="10974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 name="Google Shape;30;p3"/>
          <p:cNvSpPr>
            <a:spLocks noGrp="1"/>
          </p:cNvSpPr>
          <p:nvPr>
            <p:ph type="pic" idx="3"/>
          </p:nvPr>
        </p:nvSpPr>
        <p:spPr>
          <a:xfrm>
            <a:off x="713225" y="539500"/>
            <a:ext cx="2760600" cy="4064400"/>
          </a:xfrm>
          <a:prstGeom prst="round2DiagRect">
            <a:avLst>
              <a:gd name="adj1" fmla="val 16667"/>
              <a:gd name="adj2" fmla="val 0"/>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pic>
        <p:nvPicPr>
          <p:cNvPr id="32" name="Google Shape;32;p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33" name="Google Shape;33;p4"/>
          <p:cNvSpPr txBox="1">
            <a:spLocks noGrp="1"/>
          </p:cNvSpPr>
          <p:nvPr>
            <p:ph type="title"/>
          </p:nvPr>
        </p:nvSpPr>
        <p:spPr>
          <a:xfrm>
            <a:off x="713225" y="1099175"/>
            <a:ext cx="3171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4" name="Google Shape;34;p4"/>
          <p:cNvGrpSpPr/>
          <p:nvPr/>
        </p:nvGrpSpPr>
        <p:grpSpPr>
          <a:xfrm flipH="1">
            <a:off x="2620475" y="0"/>
            <a:ext cx="6523526" cy="369900"/>
            <a:chOff x="0" y="0"/>
            <a:chExt cx="6523526" cy="369900"/>
          </a:xfrm>
        </p:grpSpPr>
        <p:pic>
          <p:nvPicPr>
            <p:cNvPr id="35" name="Google Shape;35;p4"/>
            <p:cNvPicPr preferRelativeResize="0"/>
            <p:nvPr/>
          </p:nvPicPr>
          <p:blipFill>
            <a:blip r:embed="rId3">
              <a:alphaModFix/>
            </a:blip>
            <a:stretch>
              <a:fillRect/>
            </a:stretch>
          </p:blipFill>
          <p:spPr>
            <a:xfrm>
              <a:off x="0" y="0"/>
              <a:ext cx="6523526" cy="369900"/>
            </a:xfrm>
            <a:prstGeom prst="rect">
              <a:avLst/>
            </a:prstGeom>
            <a:noFill/>
            <a:ln>
              <a:noFill/>
            </a:ln>
          </p:spPr>
        </p:pic>
        <p:pic>
          <p:nvPicPr>
            <p:cNvPr id="36" name="Google Shape;36;p4"/>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37" name="Google Shape;37;p4"/>
          <p:cNvPicPr preferRelativeResize="0"/>
          <p:nvPr/>
        </p:nvPicPr>
        <p:blipFill>
          <a:blip r:embed="rId5">
            <a:alphaModFix/>
          </a:blip>
          <a:stretch>
            <a:fillRect/>
          </a:stretch>
        </p:blipFill>
        <p:spPr>
          <a:xfrm rot="5400000" flipH="1">
            <a:off x="0" y="4170737"/>
            <a:ext cx="972775" cy="972775"/>
          </a:xfrm>
          <a:prstGeom prst="rect">
            <a:avLst/>
          </a:prstGeom>
          <a:noFill/>
          <a:ln>
            <a:noFill/>
          </a:ln>
        </p:spPr>
      </p:pic>
      <p:pic>
        <p:nvPicPr>
          <p:cNvPr id="38" name="Google Shape;38;p4"/>
          <p:cNvPicPr preferRelativeResize="0"/>
          <p:nvPr/>
        </p:nvPicPr>
        <p:blipFill>
          <a:blip r:embed="rId6">
            <a:alphaModFix/>
          </a:blip>
          <a:stretch>
            <a:fillRect/>
          </a:stretch>
        </p:blipFill>
        <p:spPr>
          <a:xfrm>
            <a:off x="7249350" y="3712050"/>
            <a:ext cx="1768001" cy="1350575"/>
          </a:xfrm>
          <a:prstGeom prst="rect">
            <a:avLst/>
          </a:prstGeom>
          <a:noFill/>
          <a:ln>
            <a:noFill/>
          </a:ln>
        </p:spPr>
      </p:pic>
      <p:sp>
        <p:nvSpPr>
          <p:cNvPr id="39" name="Google Shape;39;p4"/>
          <p:cNvSpPr txBox="1">
            <a:spLocks noGrp="1"/>
          </p:cNvSpPr>
          <p:nvPr>
            <p:ph type="subTitle" idx="1"/>
          </p:nvPr>
        </p:nvSpPr>
        <p:spPr>
          <a:xfrm>
            <a:off x="713225" y="2630525"/>
            <a:ext cx="3171900" cy="16386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pic>
        <p:nvPicPr>
          <p:cNvPr id="41" name="Google Shape;41;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2" name="Google Shape;42;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5"/>
          <p:cNvSpPr txBox="1">
            <a:spLocks noGrp="1"/>
          </p:cNvSpPr>
          <p:nvPr>
            <p:ph type="subTitle" idx="1"/>
          </p:nvPr>
        </p:nvSpPr>
        <p:spPr>
          <a:xfrm>
            <a:off x="3553500" y="3054555"/>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 name="Google Shape;44;p5"/>
          <p:cNvSpPr txBox="1">
            <a:spLocks noGrp="1"/>
          </p:cNvSpPr>
          <p:nvPr>
            <p:ph type="subTitle" idx="2"/>
          </p:nvPr>
        </p:nvSpPr>
        <p:spPr>
          <a:xfrm>
            <a:off x="3553500" y="1649136"/>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5" name="Google Shape;45;p5"/>
          <p:cNvSpPr txBox="1">
            <a:spLocks noGrp="1"/>
          </p:cNvSpPr>
          <p:nvPr>
            <p:ph type="subTitle" idx="3"/>
          </p:nvPr>
        </p:nvSpPr>
        <p:spPr>
          <a:xfrm>
            <a:off x="1859700" y="1649136"/>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 name="Google Shape;46;p5"/>
          <p:cNvSpPr txBox="1">
            <a:spLocks noGrp="1"/>
          </p:cNvSpPr>
          <p:nvPr>
            <p:ph type="subTitle" idx="4"/>
          </p:nvPr>
        </p:nvSpPr>
        <p:spPr>
          <a:xfrm>
            <a:off x="1859700" y="3054549"/>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47" name="Google Shape;47;p5"/>
          <p:cNvGrpSpPr/>
          <p:nvPr/>
        </p:nvGrpSpPr>
        <p:grpSpPr>
          <a:xfrm rot="10800000">
            <a:off x="2620475" y="4773475"/>
            <a:ext cx="6523526" cy="369900"/>
            <a:chOff x="0" y="0"/>
            <a:chExt cx="6523526" cy="369900"/>
          </a:xfrm>
        </p:grpSpPr>
        <p:pic>
          <p:nvPicPr>
            <p:cNvPr id="48" name="Google Shape;48;p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49" name="Google Shape;49;p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50" name="Google Shape;50;p5"/>
          <p:cNvPicPr preferRelativeResize="0"/>
          <p:nvPr/>
        </p:nvPicPr>
        <p:blipFill>
          <a:blip r:embed="rId5">
            <a:alphaModFix/>
          </a:blip>
          <a:stretch>
            <a:fillRect/>
          </a:stretch>
        </p:blipFill>
        <p:spPr>
          <a:xfrm>
            <a:off x="0" y="4170737"/>
            <a:ext cx="972775" cy="972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pic>
        <p:nvPicPr>
          <p:cNvPr id="52" name="Google Shape;52;p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3" name="Google Shape;53;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54" name="Google Shape;54;p6"/>
          <p:cNvPicPr preferRelativeResize="0"/>
          <p:nvPr/>
        </p:nvPicPr>
        <p:blipFill rotWithShape="1">
          <a:blip r:embed="rId3">
            <a:alphaModFix/>
          </a:blip>
          <a:srcRect l="31651" t="130" b="18270"/>
          <a:stretch/>
        </p:blipFill>
        <p:spPr>
          <a:xfrm rot="10800000" flipH="1">
            <a:off x="8199274" y="11375"/>
            <a:ext cx="1173326" cy="1070099"/>
          </a:xfrm>
          <a:prstGeom prst="rect">
            <a:avLst/>
          </a:prstGeom>
          <a:noFill/>
          <a:ln>
            <a:noFill/>
          </a:ln>
        </p:spPr>
      </p:pic>
      <p:pic>
        <p:nvPicPr>
          <p:cNvPr id="55" name="Google Shape;55;p6"/>
          <p:cNvPicPr preferRelativeResize="0"/>
          <p:nvPr/>
        </p:nvPicPr>
        <p:blipFill>
          <a:blip r:embed="rId4">
            <a:alphaModFix/>
          </a:blip>
          <a:stretch>
            <a:fillRect/>
          </a:stretch>
        </p:blipFill>
        <p:spPr>
          <a:xfrm rot="10800000">
            <a:off x="-1" y="4170725"/>
            <a:ext cx="972775" cy="9727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8" name="Google Shape;58;p7"/>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7"/>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0" name="Google Shape;60;p7"/>
          <p:cNvSpPr>
            <a:spLocks noGrp="1"/>
          </p:cNvSpPr>
          <p:nvPr>
            <p:ph type="pic" idx="2"/>
          </p:nvPr>
        </p:nvSpPr>
        <p:spPr>
          <a:xfrm>
            <a:off x="5643775" y="539500"/>
            <a:ext cx="2787000" cy="4064400"/>
          </a:xfrm>
          <a:prstGeom prst="round2DiagRect">
            <a:avLst>
              <a:gd name="adj1" fmla="val 16667"/>
              <a:gd name="adj2" fmla="val 0"/>
            </a:avLst>
          </a:prstGeom>
          <a:noFill/>
          <a:ln>
            <a:noFill/>
          </a:ln>
        </p:spPr>
      </p:sp>
      <p:pic>
        <p:nvPicPr>
          <p:cNvPr id="61" name="Google Shape;61;p7"/>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alphaModFix/>
            </a:blip>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alphaModFix/>
            </a:blip>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68" name="Google Shape;6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69" name="Google Shape;69;p8"/>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pic>
        <p:nvPicPr>
          <p:cNvPr id="75" name="Google Shape;75;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76" name="Google Shape;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alphaModFix/>
            </a:blip>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
        <p:cNvGrpSpPr/>
        <p:nvPr/>
      </p:nvGrpSpPr>
      <p:grpSpPr>
        <a:xfrm>
          <a:off x="0" y="0"/>
          <a:ext cx="0" cy="0"/>
          <a:chOff x="0" y="0"/>
          <a:chExt cx="0" cy="0"/>
        </a:xfrm>
      </p:grpSpPr>
      <p:sp>
        <p:nvSpPr>
          <p:cNvPr id="85" name="Google Shape;85;p10"/>
          <p:cNvSpPr>
            <a:spLocks noGrp="1"/>
          </p:cNvSpPr>
          <p:nvPr>
            <p:ph type="pic" idx="2"/>
          </p:nvPr>
        </p:nvSpPr>
        <p:spPr>
          <a:xfrm>
            <a:off x="0" y="0"/>
            <a:ext cx="9144000" cy="5143500"/>
          </a:xfrm>
          <a:prstGeom prst="rect">
            <a:avLst/>
          </a:prstGeom>
          <a:noFill/>
          <a:ln>
            <a:noFill/>
          </a:ln>
        </p:spPr>
      </p:sp>
      <p:sp>
        <p:nvSpPr>
          <p:cNvPr id="86" name="Google Shape;86;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7"/>
        <p:cNvGrpSpPr/>
        <p:nvPr/>
      </p:nvGrpSpPr>
      <p:grpSpPr>
        <a:xfrm>
          <a:off x="0" y="0"/>
          <a:ext cx="0" cy="0"/>
          <a:chOff x="0" y="0"/>
          <a:chExt cx="0" cy="0"/>
        </a:xfrm>
      </p:grpSpPr>
      <p:pic>
        <p:nvPicPr>
          <p:cNvPr id="88" name="Google Shape;88;p1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89" name="Google Shape;89;p11"/>
          <p:cNvSpPr txBox="1">
            <a:spLocks noGrp="1"/>
          </p:cNvSpPr>
          <p:nvPr>
            <p:ph type="title" hasCustomPrompt="1"/>
          </p:nvPr>
        </p:nvSpPr>
        <p:spPr>
          <a:xfrm>
            <a:off x="2476500" y="1872450"/>
            <a:ext cx="4191000" cy="10437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a:spLocks noGrp="1"/>
          </p:cNvSpPr>
          <p:nvPr>
            <p:ph type="subTitle" idx="1"/>
          </p:nvPr>
        </p:nvSpPr>
        <p:spPr>
          <a:xfrm>
            <a:off x="2476500" y="2839950"/>
            <a:ext cx="4191000" cy="4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91" name="Google Shape;91;p11"/>
          <p:cNvPicPr preferRelativeResize="0"/>
          <p:nvPr/>
        </p:nvPicPr>
        <p:blipFill>
          <a:blip r:embed="rId3">
            <a:alphaModFix/>
          </a:blip>
          <a:stretch>
            <a:fillRect/>
          </a:stretch>
        </p:blipFill>
        <p:spPr>
          <a:xfrm rot="5400000">
            <a:off x="-170784" y="263618"/>
            <a:ext cx="1768000" cy="1350575"/>
          </a:xfrm>
          <a:prstGeom prst="rect">
            <a:avLst/>
          </a:prstGeom>
          <a:noFill/>
          <a:ln>
            <a:noFill/>
          </a:ln>
        </p:spPr>
      </p:pic>
      <p:grpSp>
        <p:nvGrpSpPr>
          <p:cNvPr id="92" name="Google Shape;92;p11"/>
          <p:cNvGrpSpPr/>
          <p:nvPr/>
        </p:nvGrpSpPr>
        <p:grpSpPr>
          <a:xfrm flipH="1">
            <a:off x="0" y="0"/>
            <a:ext cx="9144000" cy="5158300"/>
            <a:chOff x="0" y="0"/>
            <a:chExt cx="9144000" cy="5158300"/>
          </a:xfrm>
        </p:grpSpPr>
        <p:pic>
          <p:nvPicPr>
            <p:cNvPr id="93" name="Google Shape;93;p11"/>
            <p:cNvPicPr preferRelativeResize="0"/>
            <p:nvPr/>
          </p:nvPicPr>
          <p:blipFill>
            <a:blip r:embed="rId4">
              <a:alphaModFix/>
            </a:blip>
            <a:stretch>
              <a:fillRect/>
            </a:stretch>
          </p:blipFill>
          <p:spPr>
            <a:xfrm>
              <a:off x="7892450" y="0"/>
              <a:ext cx="1251550" cy="1251550"/>
            </a:xfrm>
            <a:prstGeom prst="rect">
              <a:avLst/>
            </a:prstGeom>
            <a:noFill/>
            <a:ln>
              <a:noFill/>
            </a:ln>
          </p:spPr>
        </p:pic>
        <p:pic>
          <p:nvPicPr>
            <p:cNvPr id="94" name="Google Shape;94;p11"/>
            <p:cNvPicPr preferRelativeResize="0"/>
            <p:nvPr/>
          </p:nvPicPr>
          <p:blipFill>
            <a:blip r:embed="rId5">
              <a:alphaModFix/>
            </a:blip>
            <a:stretch>
              <a:fillRect/>
            </a:stretch>
          </p:blipFill>
          <p:spPr>
            <a:xfrm>
              <a:off x="0" y="3906750"/>
              <a:ext cx="1251550" cy="1251550"/>
            </a:xfrm>
            <a:prstGeom prst="rect">
              <a:avLst/>
            </a:prstGeom>
            <a:noFill/>
            <a:ln>
              <a:noFill/>
            </a:ln>
          </p:spPr>
        </p:pic>
      </p:grpSp>
      <p:grpSp>
        <p:nvGrpSpPr>
          <p:cNvPr id="95" name="Google Shape;95;p11"/>
          <p:cNvGrpSpPr/>
          <p:nvPr/>
        </p:nvGrpSpPr>
        <p:grpSpPr>
          <a:xfrm flipH="1">
            <a:off x="-5031" y="0"/>
            <a:ext cx="9149031" cy="5153900"/>
            <a:chOff x="0" y="0"/>
            <a:chExt cx="9149031" cy="5153900"/>
          </a:xfrm>
        </p:grpSpPr>
        <p:grpSp>
          <p:nvGrpSpPr>
            <p:cNvPr id="96" name="Google Shape;96;p11"/>
            <p:cNvGrpSpPr/>
            <p:nvPr/>
          </p:nvGrpSpPr>
          <p:grpSpPr>
            <a:xfrm>
              <a:off x="2633530" y="4624325"/>
              <a:ext cx="6515501" cy="529575"/>
              <a:chOff x="2633530" y="4624325"/>
              <a:chExt cx="6515501" cy="529575"/>
            </a:xfrm>
          </p:grpSpPr>
          <p:pic>
            <p:nvPicPr>
              <p:cNvPr id="97" name="Google Shape;97;p11"/>
              <p:cNvPicPr preferRelativeResize="0"/>
              <p:nvPr/>
            </p:nvPicPr>
            <p:blipFill>
              <a:blip r:embed="rId6">
                <a:alphaModFix/>
              </a:blip>
              <a:stretch>
                <a:fillRect/>
              </a:stretch>
            </p:blipFill>
            <p:spPr>
              <a:xfrm rot="10800000">
                <a:off x="2633530" y="4624325"/>
                <a:ext cx="6515501" cy="529575"/>
              </a:xfrm>
              <a:prstGeom prst="rect">
                <a:avLst/>
              </a:prstGeom>
              <a:noFill/>
              <a:ln>
                <a:noFill/>
              </a:ln>
            </p:spPr>
          </p:pic>
          <p:pic>
            <p:nvPicPr>
              <p:cNvPr id="98" name="Google Shape;98;p11"/>
              <p:cNvPicPr preferRelativeResize="0"/>
              <p:nvPr/>
            </p:nvPicPr>
            <p:blipFill>
              <a:blip r:embed="rId7">
                <a:alphaModFix/>
              </a:blip>
              <a:stretch>
                <a:fillRect/>
              </a:stretch>
            </p:blipFill>
            <p:spPr>
              <a:xfrm rot="10800000">
                <a:off x="7300206" y="4854618"/>
                <a:ext cx="1585464" cy="69000"/>
              </a:xfrm>
              <a:prstGeom prst="rect">
                <a:avLst/>
              </a:prstGeom>
              <a:noFill/>
              <a:ln>
                <a:noFill/>
              </a:ln>
            </p:spPr>
          </p:pic>
        </p:grpSp>
        <p:grpSp>
          <p:nvGrpSpPr>
            <p:cNvPr id="99" name="Google Shape;99;p11"/>
            <p:cNvGrpSpPr/>
            <p:nvPr/>
          </p:nvGrpSpPr>
          <p:grpSpPr>
            <a:xfrm>
              <a:off x="0" y="0"/>
              <a:ext cx="6523526" cy="536050"/>
              <a:chOff x="0" y="0"/>
              <a:chExt cx="6523526" cy="536050"/>
            </a:xfrm>
          </p:grpSpPr>
          <p:pic>
            <p:nvPicPr>
              <p:cNvPr id="100" name="Google Shape;100;p11"/>
              <p:cNvPicPr preferRelativeResize="0"/>
              <p:nvPr/>
            </p:nvPicPr>
            <p:blipFill>
              <a:blip r:embed="rId8">
                <a:alphaModFix/>
              </a:blip>
              <a:stretch>
                <a:fillRect/>
              </a:stretch>
            </p:blipFill>
            <p:spPr>
              <a:xfrm>
                <a:off x="0" y="0"/>
                <a:ext cx="6523526" cy="536050"/>
              </a:xfrm>
              <a:prstGeom prst="rect">
                <a:avLst/>
              </a:prstGeom>
              <a:noFill/>
              <a:ln>
                <a:noFill/>
              </a:ln>
            </p:spPr>
          </p:pic>
          <p:pic>
            <p:nvPicPr>
              <p:cNvPr id="101" name="Google Shape;101;p11"/>
              <p:cNvPicPr preferRelativeResize="0"/>
              <p:nvPr/>
            </p:nvPicPr>
            <p:blipFill>
              <a:blip r:embed="rId7">
                <a:alphaModFix/>
              </a:blip>
              <a:stretch>
                <a:fillRect/>
              </a:stretch>
            </p:blipFill>
            <p:spPr>
              <a:xfrm>
                <a:off x="265125" y="246605"/>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3"/>
        <p:cNvGrpSpPr/>
        <p:nvPr/>
      </p:nvGrpSpPr>
      <p:grpSpPr>
        <a:xfrm>
          <a:off x="0" y="0"/>
          <a:ext cx="0" cy="0"/>
          <a:chOff x="0" y="0"/>
          <a:chExt cx="0" cy="0"/>
        </a:xfrm>
      </p:grpSpPr>
      <p:pic>
        <p:nvPicPr>
          <p:cNvPr id="104" name="Google Shape;104;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5" name="Google Shape;105;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3"/>
          <p:cNvSpPr txBox="1">
            <a:spLocks noGrp="1"/>
          </p:cNvSpPr>
          <p:nvPr>
            <p:ph type="title" idx="2" hasCustomPrompt="1"/>
          </p:nvPr>
        </p:nvSpPr>
        <p:spPr>
          <a:xfrm>
            <a:off x="37592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6900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37591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5" hasCustomPrompt="1"/>
          </p:nvPr>
        </p:nvSpPr>
        <p:spPr>
          <a:xfrm>
            <a:off x="46899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6" hasCustomPrompt="1"/>
          </p:nvPr>
        </p:nvSpPr>
        <p:spPr>
          <a:xfrm>
            <a:off x="37592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7" hasCustomPrompt="1"/>
          </p:nvPr>
        </p:nvSpPr>
        <p:spPr>
          <a:xfrm>
            <a:off x="46900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3" name="Google Shape;113;p13"/>
          <p:cNvSpPr txBox="1">
            <a:spLocks noGrp="1"/>
          </p:cNvSpPr>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4" name="Google Shape;114;p13"/>
          <p:cNvSpPr txBox="1">
            <a:spLocks noGrp="1"/>
          </p:cNvSpPr>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5" name="Google Shape;115;p13"/>
          <p:cNvSpPr txBox="1">
            <a:spLocks noGrp="1"/>
          </p:cNvSpPr>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6" name="Google Shape;116;p13"/>
          <p:cNvSpPr txBox="1">
            <a:spLocks noGrp="1"/>
          </p:cNvSpPr>
          <p:nvPr>
            <p:ph type="subTitle" idx="14"/>
          </p:nvPr>
        </p:nvSpPr>
        <p:spPr>
          <a:xfrm>
            <a:off x="5575300" y="2781754"/>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7" name="Google Shape;117;p13"/>
          <p:cNvSpPr txBox="1">
            <a:spLocks noGrp="1"/>
          </p:cNvSpPr>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24"/>
        <p:cNvGrpSpPr/>
        <p:nvPr/>
      </p:nvGrpSpPr>
      <p:grpSpPr>
        <a:xfrm>
          <a:off x="0" y="0"/>
          <a:ext cx="0" cy="0"/>
          <a:chOff x="0" y="0"/>
          <a:chExt cx="0" cy="0"/>
        </a:xfrm>
      </p:grpSpPr>
      <p:pic>
        <p:nvPicPr>
          <p:cNvPr id="125" name="Google Shape;125;p1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26" name="Google Shape;126;p14"/>
          <p:cNvSpPr txBox="1">
            <a:spLocks noGrp="1"/>
          </p:cNvSpPr>
          <p:nvPr>
            <p:ph type="title"/>
          </p:nvPr>
        </p:nvSpPr>
        <p:spPr>
          <a:xfrm>
            <a:off x="3835425" y="801507"/>
            <a:ext cx="4089300" cy="105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4"/>
          <p:cNvSpPr txBox="1">
            <a:spLocks noGrp="1"/>
          </p:cNvSpPr>
          <p:nvPr>
            <p:ph type="subTitle" idx="1"/>
          </p:nvPr>
        </p:nvSpPr>
        <p:spPr>
          <a:xfrm>
            <a:off x="3835425" y="1898175"/>
            <a:ext cx="4089300" cy="213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pic>
        <p:nvPicPr>
          <p:cNvPr id="128" name="Google Shape;128;p14"/>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129" name="Google Shape;129;p14"/>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130" name="Google Shape;130;p14"/>
          <p:cNvGrpSpPr/>
          <p:nvPr/>
        </p:nvGrpSpPr>
        <p:grpSpPr>
          <a:xfrm>
            <a:off x="3881699" y="4752250"/>
            <a:ext cx="5260526" cy="388025"/>
            <a:chOff x="3881699" y="4752250"/>
            <a:chExt cx="5260526" cy="388025"/>
          </a:xfrm>
        </p:grpSpPr>
        <p:pic>
          <p:nvPicPr>
            <p:cNvPr id="131" name="Google Shape;131;p14"/>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132" name="Google Shape;132;p14"/>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ONE_COLUMN_TEXT_1">
    <p:spTree>
      <p:nvGrpSpPr>
        <p:cNvPr id="1" name="Shape 133"/>
        <p:cNvGrpSpPr/>
        <p:nvPr/>
      </p:nvGrpSpPr>
      <p:grpSpPr>
        <a:xfrm>
          <a:off x="0" y="0"/>
          <a:ext cx="0" cy="0"/>
          <a:chOff x="0" y="0"/>
          <a:chExt cx="0" cy="0"/>
        </a:xfrm>
      </p:grpSpPr>
      <p:pic>
        <p:nvPicPr>
          <p:cNvPr id="134" name="Google Shape;134;p1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35" name="Google Shape;135;p15"/>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36" name="Google Shape;136;p15"/>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a:endParaRPr/>
          </a:p>
        </p:txBody>
      </p:sp>
      <p:sp>
        <p:nvSpPr>
          <p:cNvPr id="137" name="Google Shape;137;p15"/>
          <p:cNvSpPr>
            <a:spLocks noGrp="1"/>
          </p:cNvSpPr>
          <p:nvPr>
            <p:ph type="pic" idx="2"/>
          </p:nvPr>
        </p:nvSpPr>
        <p:spPr>
          <a:xfrm>
            <a:off x="5643775" y="539500"/>
            <a:ext cx="2787000" cy="4064400"/>
          </a:xfrm>
          <a:prstGeom prst="round2DiagRect">
            <a:avLst>
              <a:gd name="adj1" fmla="val 16667"/>
              <a:gd name="adj2" fmla="val 0"/>
            </a:avLst>
          </a:prstGeom>
          <a:noFill/>
          <a:ln>
            <a:noFill/>
          </a:ln>
        </p:spPr>
      </p:sp>
      <p:pic>
        <p:nvPicPr>
          <p:cNvPr id="138" name="Google Shape;138;p15"/>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139" name="Google Shape;139;p15"/>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140" name="Google Shape;140;p15"/>
          <p:cNvGrpSpPr/>
          <p:nvPr/>
        </p:nvGrpSpPr>
        <p:grpSpPr>
          <a:xfrm>
            <a:off x="0" y="0"/>
            <a:ext cx="5837899" cy="536050"/>
            <a:chOff x="0" y="0"/>
            <a:chExt cx="5837899" cy="536050"/>
          </a:xfrm>
        </p:grpSpPr>
        <p:pic>
          <p:nvPicPr>
            <p:cNvPr id="141" name="Google Shape;141;p15"/>
            <p:cNvPicPr preferRelativeResize="0"/>
            <p:nvPr/>
          </p:nvPicPr>
          <p:blipFill>
            <a:blip r:embed="rId5">
              <a:alphaModFix/>
            </a:blip>
            <a:stretch>
              <a:fillRect/>
            </a:stretch>
          </p:blipFill>
          <p:spPr>
            <a:xfrm>
              <a:off x="0" y="0"/>
              <a:ext cx="5837899" cy="536050"/>
            </a:xfrm>
            <a:prstGeom prst="rect">
              <a:avLst/>
            </a:prstGeom>
            <a:noFill/>
            <a:ln>
              <a:noFill/>
            </a:ln>
          </p:spPr>
        </p:pic>
        <p:pic>
          <p:nvPicPr>
            <p:cNvPr id="142" name="Google Shape;142;p15"/>
            <p:cNvPicPr preferRelativeResize="0"/>
            <p:nvPr/>
          </p:nvPicPr>
          <p:blipFill>
            <a:blip r:embed="rId6">
              <a:alphaModFix/>
            </a:blip>
            <a:stretch>
              <a:fillRect/>
            </a:stretch>
          </p:blipFill>
          <p:spPr>
            <a:xfrm>
              <a:off x="265125" y="246605"/>
              <a:ext cx="1585464" cy="69000"/>
            </a:xfrm>
            <a:prstGeom prst="rect">
              <a:avLst/>
            </a:prstGeom>
            <a:noFill/>
            <a:ln>
              <a:noFill/>
            </a:ln>
          </p:spPr>
        </p:pic>
      </p:grpSp>
      <p:sp>
        <p:nvSpPr>
          <p:cNvPr id="143" name="Google Shape;143;p15"/>
          <p:cNvSpPr txBox="1">
            <a:spLocks noGrp="1"/>
          </p:cNvSpPr>
          <p:nvPr>
            <p:ph type="subTitle" idx="3"/>
          </p:nvPr>
        </p:nvSpPr>
        <p:spPr>
          <a:xfrm>
            <a:off x="713225" y="2109675"/>
            <a:ext cx="4294800" cy="2503500"/>
          </a:xfrm>
          <a:prstGeom prst="rect">
            <a:avLst/>
          </a:prstGeom>
        </p:spPr>
        <p:txBody>
          <a:bodyPr spcFirstLastPara="1" wrap="square" lIns="91425" tIns="91425" rIns="91425" bIns="91425" anchor="t" anchorCtr="0">
            <a:noAutofit/>
          </a:bodyPr>
          <a:lstStyle>
            <a:lvl1pPr lvl="0">
              <a:spcBef>
                <a:spcPts val="0"/>
              </a:spcBef>
              <a:spcAft>
                <a:spcPts val="0"/>
              </a:spcAft>
              <a:buSzPts val="1200"/>
              <a:buAutoNum type="arabicPeriod"/>
              <a:defRPr/>
            </a:lvl1pPr>
            <a:lvl2pPr lvl="1">
              <a:spcBef>
                <a:spcPts val="1000"/>
              </a:spcBef>
              <a:spcAft>
                <a:spcPts val="0"/>
              </a:spcAft>
              <a:buClr>
                <a:srgbClr val="E76A28"/>
              </a:buClr>
              <a:buSzPts val="1200"/>
              <a:buFont typeface="Nunito Light"/>
              <a:buAutoNum type="alphaLcPeriod"/>
              <a:defRPr/>
            </a:lvl2pPr>
            <a:lvl3pPr lvl="2">
              <a:spcBef>
                <a:spcPts val="0"/>
              </a:spcBef>
              <a:spcAft>
                <a:spcPts val="0"/>
              </a:spcAft>
              <a:buClr>
                <a:srgbClr val="E76A28"/>
              </a:buClr>
              <a:buSzPts val="1200"/>
              <a:buFont typeface="Nunito Light"/>
              <a:buAutoNum type="romanLcPeriod"/>
              <a:defRPr/>
            </a:lvl3pPr>
            <a:lvl4pPr lvl="3">
              <a:spcBef>
                <a:spcPts val="0"/>
              </a:spcBef>
              <a:spcAft>
                <a:spcPts val="0"/>
              </a:spcAft>
              <a:buClr>
                <a:srgbClr val="E76A28"/>
              </a:buClr>
              <a:buSzPts val="1200"/>
              <a:buFont typeface="Nunito Light"/>
              <a:buAutoNum type="arabicPeriod"/>
              <a:defRPr/>
            </a:lvl4pPr>
            <a:lvl5pPr lvl="4">
              <a:spcBef>
                <a:spcPts val="0"/>
              </a:spcBef>
              <a:spcAft>
                <a:spcPts val="0"/>
              </a:spcAft>
              <a:buClr>
                <a:srgbClr val="E76A28"/>
              </a:buClr>
              <a:buSzPts val="1200"/>
              <a:buFont typeface="Nunito Light"/>
              <a:buAutoNum type="alphaLcPeriod"/>
              <a:defRPr/>
            </a:lvl5pPr>
            <a:lvl6pPr lvl="5">
              <a:spcBef>
                <a:spcPts val="0"/>
              </a:spcBef>
              <a:spcAft>
                <a:spcPts val="0"/>
              </a:spcAft>
              <a:buClr>
                <a:srgbClr val="999999"/>
              </a:buClr>
              <a:buSzPts val="1200"/>
              <a:buFont typeface="Nunito Light"/>
              <a:buAutoNum type="romanLcPeriod"/>
              <a:defRPr/>
            </a:lvl6pPr>
            <a:lvl7pPr lvl="6">
              <a:spcBef>
                <a:spcPts val="0"/>
              </a:spcBef>
              <a:spcAft>
                <a:spcPts val="0"/>
              </a:spcAft>
              <a:buClr>
                <a:srgbClr val="999999"/>
              </a:buClr>
              <a:buSzPts val="1200"/>
              <a:buFont typeface="Nunito Light"/>
              <a:buAutoNum type="arabicPeriod"/>
              <a:defRPr/>
            </a:lvl7pPr>
            <a:lvl8pPr lvl="7">
              <a:spcBef>
                <a:spcPts val="0"/>
              </a:spcBef>
              <a:spcAft>
                <a:spcPts val="0"/>
              </a:spcAft>
              <a:buClr>
                <a:srgbClr val="999999"/>
              </a:buClr>
              <a:buSzPts val="1200"/>
              <a:buFont typeface="Nunito Light"/>
              <a:buAutoNum type="alphaLcPeriod"/>
              <a:defRPr/>
            </a:lvl8pPr>
            <a:lvl9pPr lvl="8">
              <a:spcBef>
                <a:spcPts val="0"/>
              </a:spcBef>
              <a:spcAft>
                <a:spcPts val="0"/>
              </a:spcAft>
              <a:buClr>
                <a:srgbClr val="999999"/>
              </a:buClr>
              <a:buSzPts val="1200"/>
              <a:buFont typeface="Nunito Light"/>
              <a:buAutoNum type="romanLcPerio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44"/>
        <p:cNvGrpSpPr/>
        <p:nvPr/>
      </p:nvGrpSpPr>
      <p:grpSpPr>
        <a:xfrm>
          <a:off x="0" y="0"/>
          <a:ext cx="0" cy="0"/>
          <a:chOff x="0" y="0"/>
          <a:chExt cx="0" cy="0"/>
        </a:xfrm>
      </p:grpSpPr>
      <p:pic>
        <p:nvPicPr>
          <p:cNvPr id="145" name="Google Shape;145;p1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46" name="Google Shape;146;p16"/>
          <p:cNvSpPr txBox="1">
            <a:spLocks noGrp="1"/>
          </p:cNvSpPr>
          <p:nvPr>
            <p:ph type="title"/>
          </p:nvPr>
        </p:nvSpPr>
        <p:spPr>
          <a:xfrm>
            <a:off x="6001375" y="539500"/>
            <a:ext cx="2429400" cy="107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7" name="Google Shape;147;p16"/>
          <p:cNvSpPr txBox="1">
            <a:spLocks noGrp="1"/>
          </p:cNvSpPr>
          <p:nvPr>
            <p:ph type="subTitle" idx="1"/>
          </p:nvPr>
        </p:nvSpPr>
        <p:spPr>
          <a:xfrm>
            <a:off x="6001375" y="1515400"/>
            <a:ext cx="2429400" cy="123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8" name="Google Shape;148;p16"/>
          <p:cNvSpPr>
            <a:spLocks noGrp="1"/>
          </p:cNvSpPr>
          <p:nvPr>
            <p:ph type="pic" idx="2"/>
          </p:nvPr>
        </p:nvSpPr>
        <p:spPr>
          <a:xfrm>
            <a:off x="713225" y="539500"/>
            <a:ext cx="2801100" cy="4064700"/>
          </a:xfrm>
          <a:prstGeom prst="round2DiagRect">
            <a:avLst>
              <a:gd name="adj1" fmla="val 16667"/>
              <a:gd name="adj2" fmla="val 0"/>
            </a:avLst>
          </a:prstGeom>
          <a:noFill/>
          <a:ln>
            <a:noFill/>
          </a:ln>
        </p:spPr>
      </p:sp>
      <p:sp>
        <p:nvSpPr>
          <p:cNvPr id="149" name="Google Shape;149;p16"/>
          <p:cNvSpPr>
            <a:spLocks noGrp="1"/>
          </p:cNvSpPr>
          <p:nvPr>
            <p:ph type="pic" idx="3"/>
          </p:nvPr>
        </p:nvSpPr>
        <p:spPr>
          <a:xfrm>
            <a:off x="3595575" y="539500"/>
            <a:ext cx="2191200" cy="2328300"/>
          </a:xfrm>
          <a:prstGeom prst="round2DiagRect">
            <a:avLst>
              <a:gd name="adj1" fmla="val 16667"/>
              <a:gd name="adj2" fmla="val 0"/>
            </a:avLst>
          </a:prstGeom>
          <a:noFill/>
          <a:ln>
            <a:noFill/>
          </a:ln>
        </p:spPr>
      </p:sp>
      <p:sp>
        <p:nvSpPr>
          <p:cNvPr id="150" name="Google Shape;150;p16"/>
          <p:cNvSpPr>
            <a:spLocks noGrp="1"/>
          </p:cNvSpPr>
          <p:nvPr>
            <p:ph type="pic" idx="4"/>
          </p:nvPr>
        </p:nvSpPr>
        <p:spPr>
          <a:xfrm>
            <a:off x="3595575" y="2953775"/>
            <a:ext cx="4835100" cy="1650300"/>
          </a:xfrm>
          <a:prstGeom prst="round2DiagRect">
            <a:avLst>
              <a:gd name="adj1" fmla="val 16667"/>
              <a:gd name="adj2" fmla="val 0"/>
            </a:avLst>
          </a:prstGeom>
          <a:noFill/>
          <a:ln>
            <a:noFill/>
          </a:ln>
        </p:spPr>
      </p:sp>
      <p:pic>
        <p:nvPicPr>
          <p:cNvPr id="151" name="Google Shape;151;p16"/>
          <p:cNvPicPr preferRelativeResize="0"/>
          <p:nvPr/>
        </p:nvPicPr>
        <p:blipFill rotWithShape="1">
          <a:blip r:embed="rId3">
            <a:alphaModFix/>
          </a:blip>
          <a:srcRect l="73637" t="129" b="129"/>
          <a:stretch/>
        </p:blipFill>
        <p:spPr>
          <a:xfrm>
            <a:off x="10239" y="3372450"/>
            <a:ext cx="452574" cy="1307951"/>
          </a:xfrm>
          <a:prstGeom prst="rect">
            <a:avLst/>
          </a:prstGeom>
          <a:noFill/>
          <a:ln>
            <a:noFill/>
          </a:ln>
        </p:spPr>
      </p:pic>
      <p:grpSp>
        <p:nvGrpSpPr>
          <p:cNvPr id="152" name="Google Shape;152;p16"/>
          <p:cNvGrpSpPr/>
          <p:nvPr/>
        </p:nvGrpSpPr>
        <p:grpSpPr>
          <a:xfrm>
            <a:off x="-1" y="2100"/>
            <a:ext cx="9144001" cy="5141388"/>
            <a:chOff x="-1" y="2100"/>
            <a:chExt cx="9144001" cy="5141388"/>
          </a:xfrm>
        </p:grpSpPr>
        <p:pic>
          <p:nvPicPr>
            <p:cNvPr id="153" name="Google Shape;153;p16"/>
            <p:cNvPicPr preferRelativeResize="0"/>
            <p:nvPr/>
          </p:nvPicPr>
          <p:blipFill>
            <a:blip r:embed="rId4">
              <a:alphaModFix/>
            </a:blip>
            <a:stretch>
              <a:fillRect/>
            </a:stretch>
          </p:blipFill>
          <p:spPr>
            <a:xfrm rot="5400000" flipH="1">
              <a:off x="8171225" y="2100"/>
              <a:ext cx="972775" cy="972775"/>
            </a:xfrm>
            <a:prstGeom prst="rect">
              <a:avLst/>
            </a:prstGeom>
            <a:noFill/>
            <a:ln>
              <a:noFill/>
            </a:ln>
          </p:spPr>
        </p:pic>
        <p:pic>
          <p:nvPicPr>
            <p:cNvPr id="154" name="Google Shape;154;p16"/>
            <p:cNvPicPr preferRelativeResize="0"/>
            <p:nvPr/>
          </p:nvPicPr>
          <p:blipFill>
            <a:blip r:embed="rId5">
              <a:alphaModFix/>
            </a:blip>
            <a:stretch>
              <a:fillRect/>
            </a:stretch>
          </p:blipFill>
          <p:spPr>
            <a:xfrm rot="5400000" flipH="1">
              <a:off x="-1" y="4170713"/>
              <a:ext cx="972775" cy="972775"/>
            </a:xfrm>
            <a:prstGeom prst="rect">
              <a:avLst/>
            </a:prstGeom>
            <a:noFill/>
            <a:ln>
              <a:noFill/>
            </a:ln>
          </p:spPr>
        </p:pic>
      </p:grpSp>
      <p:grpSp>
        <p:nvGrpSpPr>
          <p:cNvPr id="155" name="Google Shape;155;p16"/>
          <p:cNvGrpSpPr/>
          <p:nvPr/>
        </p:nvGrpSpPr>
        <p:grpSpPr>
          <a:xfrm>
            <a:off x="5356527" y="4752250"/>
            <a:ext cx="3785698" cy="388025"/>
            <a:chOff x="5356527" y="4752250"/>
            <a:chExt cx="3785698" cy="388025"/>
          </a:xfrm>
        </p:grpSpPr>
        <p:pic>
          <p:nvPicPr>
            <p:cNvPr id="156" name="Google Shape;156;p16"/>
            <p:cNvPicPr preferRelativeResize="0"/>
            <p:nvPr/>
          </p:nvPicPr>
          <p:blipFill>
            <a:blip r:embed="rId6">
              <a:alphaModFix/>
            </a:blip>
            <a:stretch>
              <a:fillRect/>
            </a:stretch>
          </p:blipFill>
          <p:spPr>
            <a:xfrm rot="10800000">
              <a:off x="5356527" y="4752250"/>
              <a:ext cx="3785698" cy="388025"/>
            </a:xfrm>
            <a:prstGeom prst="rect">
              <a:avLst/>
            </a:prstGeom>
            <a:noFill/>
            <a:ln>
              <a:noFill/>
            </a:ln>
          </p:spPr>
        </p:pic>
        <p:pic>
          <p:nvPicPr>
            <p:cNvPr id="157" name="Google Shape;157;p16"/>
            <p:cNvPicPr preferRelativeResize="0"/>
            <p:nvPr/>
          </p:nvPicPr>
          <p:blipFill>
            <a:blip r:embed="rId7">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 name="Shape 158"/>
        <p:cNvGrpSpPr/>
        <p:nvPr/>
      </p:nvGrpSpPr>
      <p:grpSpPr>
        <a:xfrm>
          <a:off x="0" y="0"/>
          <a:ext cx="0" cy="0"/>
          <a:chOff x="0" y="0"/>
          <a:chExt cx="0" cy="0"/>
        </a:xfrm>
      </p:grpSpPr>
      <p:pic>
        <p:nvPicPr>
          <p:cNvPr id="159" name="Google Shape;159;p1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0" name="Google Shape;160;p17"/>
          <p:cNvSpPr txBox="1">
            <a:spLocks noGrp="1"/>
          </p:cNvSpPr>
          <p:nvPr>
            <p:ph type="title"/>
          </p:nvPr>
        </p:nvSpPr>
        <p:spPr>
          <a:xfrm>
            <a:off x="720000" y="640080"/>
            <a:ext cx="3234900" cy="111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1" name="Google Shape;161;p17"/>
          <p:cNvSpPr txBox="1">
            <a:spLocks noGrp="1"/>
          </p:cNvSpPr>
          <p:nvPr>
            <p:ph type="body" idx="1"/>
          </p:nvPr>
        </p:nvSpPr>
        <p:spPr>
          <a:xfrm>
            <a:off x="720000" y="2101875"/>
            <a:ext cx="3234900" cy="1249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10">
    <p:spTree>
      <p:nvGrpSpPr>
        <p:cNvPr id="1" name="Shape 162"/>
        <p:cNvGrpSpPr/>
        <p:nvPr/>
      </p:nvGrpSpPr>
      <p:grpSpPr>
        <a:xfrm>
          <a:off x="0" y="0"/>
          <a:ext cx="0" cy="0"/>
          <a:chOff x="0" y="0"/>
          <a:chExt cx="0" cy="0"/>
        </a:xfrm>
      </p:grpSpPr>
      <p:pic>
        <p:nvPicPr>
          <p:cNvPr id="163" name="Google Shape;163;p1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4" name="Google Shape;164;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165" name="Google Shape;165;p18"/>
          <p:cNvGrpSpPr/>
          <p:nvPr/>
        </p:nvGrpSpPr>
        <p:grpSpPr>
          <a:xfrm flipH="1">
            <a:off x="2620475" y="0"/>
            <a:ext cx="6523526" cy="369900"/>
            <a:chOff x="0" y="0"/>
            <a:chExt cx="6523526" cy="369900"/>
          </a:xfrm>
        </p:grpSpPr>
        <p:pic>
          <p:nvPicPr>
            <p:cNvPr id="166" name="Google Shape;166;p18"/>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67" name="Google Shape;167;p18"/>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68" name="Google Shape;168;p18"/>
          <p:cNvGrpSpPr/>
          <p:nvPr/>
        </p:nvGrpSpPr>
        <p:grpSpPr>
          <a:xfrm flipH="1">
            <a:off x="0" y="0"/>
            <a:ext cx="9144000" cy="5143512"/>
            <a:chOff x="0" y="0"/>
            <a:chExt cx="9144000" cy="5143512"/>
          </a:xfrm>
        </p:grpSpPr>
        <p:pic>
          <p:nvPicPr>
            <p:cNvPr id="169" name="Google Shape;169;p18"/>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70" name="Google Shape;170;p18"/>
            <p:cNvPicPr preferRelativeResize="0"/>
            <p:nvPr/>
          </p:nvPicPr>
          <p:blipFill>
            <a:blip r:embed="rId6">
              <a:alphaModFix/>
            </a:blip>
            <a:stretch>
              <a:fillRect/>
            </a:stretch>
          </p:blipFill>
          <p:spPr>
            <a:xfrm>
              <a:off x="0" y="4170737"/>
              <a:ext cx="972775" cy="972775"/>
            </a:xfrm>
            <a:prstGeom prst="rect">
              <a:avLst/>
            </a:prstGeom>
            <a:noFill/>
            <a:ln>
              <a:noFill/>
            </a:ln>
          </p:spPr>
        </p:pic>
      </p:grpSp>
      <p:sp>
        <p:nvSpPr>
          <p:cNvPr id="171" name="Google Shape;171;p18"/>
          <p:cNvSpPr txBox="1">
            <a:spLocks noGrp="1"/>
          </p:cNvSpPr>
          <p:nvPr>
            <p:ph type="body" idx="1"/>
          </p:nvPr>
        </p:nvSpPr>
        <p:spPr>
          <a:xfrm>
            <a:off x="2145600" y="2101875"/>
            <a:ext cx="4852800" cy="1763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Font typeface="Nunito Light"/>
              <a:buChar char="●"/>
              <a:defRPr/>
            </a:lvl1pPr>
            <a:lvl2pPr marL="914400" lvl="1" indent="-304800">
              <a:lnSpc>
                <a:spcPct val="100000"/>
              </a:lnSpc>
              <a:spcBef>
                <a:spcPts val="0"/>
              </a:spcBef>
              <a:spcAft>
                <a:spcPts val="0"/>
              </a:spcAft>
              <a:buSzPts val="1200"/>
              <a:buFont typeface="Nunito Light"/>
              <a:buChar char="○"/>
              <a:defRPr/>
            </a:lvl2pPr>
            <a:lvl3pPr marL="1371600" lvl="2" indent="-304800">
              <a:lnSpc>
                <a:spcPct val="100000"/>
              </a:lnSpc>
              <a:spcBef>
                <a:spcPts val="0"/>
              </a:spcBef>
              <a:spcAft>
                <a:spcPts val="0"/>
              </a:spcAft>
              <a:buSzPts val="1200"/>
              <a:buFont typeface="Nunito Light"/>
              <a:buChar char="■"/>
              <a:defRPr/>
            </a:lvl3pPr>
            <a:lvl4pPr marL="1828800" lvl="3" indent="-304800">
              <a:lnSpc>
                <a:spcPct val="100000"/>
              </a:lnSpc>
              <a:spcBef>
                <a:spcPts val="0"/>
              </a:spcBef>
              <a:spcAft>
                <a:spcPts val="0"/>
              </a:spcAft>
              <a:buSzPts val="1200"/>
              <a:buFont typeface="Nunito Light"/>
              <a:buChar char="●"/>
              <a:defRPr/>
            </a:lvl4pPr>
            <a:lvl5pPr marL="2286000" lvl="4" indent="-304800">
              <a:lnSpc>
                <a:spcPct val="100000"/>
              </a:lnSpc>
              <a:spcBef>
                <a:spcPts val="0"/>
              </a:spcBef>
              <a:spcAft>
                <a:spcPts val="0"/>
              </a:spcAft>
              <a:buSzPts val="1200"/>
              <a:buFont typeface="Nunito Light"/>
              <a:buChar char="○"/>
              <a:defRPr/>
            </a:lvl5pPr>
            <a:lvl6pPr marL="2743200" lvl="5" indent="-304800">
              <a:lnSpc>
                <a:spcPct val="100000"/>
              </a:lnSpc>
              <a:spcBef>
                <a:spcPts val="0"/>
              </a:spcBef>
              <a:spcAft>
                <a:spcPts val="0"/>
              </a:spcAft>
              <a:buSzPts val="1200"/>
              <a:buFont typeface="Nunito Light"/>
              <a:buChar char="■"/>
              <a:defRPr/>
            </a:lvl6pPr>
            <a:lvl7pPr marL="3200400" lvl="6" indent="-304800">
              <a:lnSpc>
                <a:spcPct val="100000"/>
              </a:lnSpc>
              <a:spcBef>
                <a:spcPts val="0"/>
              </a:spcBef>
              <a:spcAft>
                <a:spcPts val="0"/>
              </a:spcAft>
              <a:buSzPts val="1200"/>
              <a:buFont typeface="Nunito Light"/>
              <a:buChar char="●"/>
              <a:defRPr/>
            </a:lvl7pPr>
            <a:lvl8pPr marL="3657600" lvl="7" indent="-304800">
              <a:lnSpc>
                <a:spcPct val="100000"/>
              </a:lnSpc>
              <a:spcBef>
                <a:spcPts val="0"/>
              </a:spcBef>
              <a:spcAft>
                <a:spcPts val="0"/>
              </a:spcAft>
              <a:buSzPts val="1200"/>
              <a:buFont typeface="Nunito Light"/>
              <a:buChar char="○"/>
              <a:defRPr/>
            </a:lvl8pPr>
            <a:lvl9pPr marL="4114800" lvl="8" indent="-304800">
              <a:lnSpc>
                <a:spcPct val="100000"/>
              </a:lnSpc>
              <a:spcBef>
                <a:spcPts val="0"/>
              </a:spcBef>
              <a:spcAft>
                <a:spcPts val="0"/>
              </a:spcAft>
              <a:buSzPts val="1200"/>
              <a:buFont typeface="Nunito Light"/>
              <a:buChar char="■"/>
              <a:defRPr/>
            </a:lvl9pPr>
          </a:lstStyle>
          <a:p>
            <a:endParaRPr/>
          </a:p>
        </p:txBody>
      </p:sp>
      <p:sp>
        <p:nvSpPr>
          <p:cNvPr id="172" name="Google Shape;172;p18"/>
          <p:cNvSpPr txBox="1">
            <a:spLocks noGrp="1"/>
          </p:cNvSpPr>
          <p:nvPr>
            <p:ph type="subTitle" idx="2"/>
          </p:nvPr>
        </p:nvSpPr>
        <p:spPr>
          <a:xfrm>
            <a:off x="2145600" y="2101150"/>
            <a:ext cx="4852800" cy="1763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73"/>
        <p:cNvGrpSpPr/>
        <p:nvPr/>
      </p:nvGrpSpPr>
      <p:grpSpPr>
        <a:xfrm>
          <a:off x="0" y="0"/>
          <a:ext cx="0" cy="0"/>
          <a:chOff x="0" y="0"/>
          <a:chExt cx="0" cy="0"/>
        </a:xfrm>
      </p:grpSpPr>
      <p:pic>
        <p:nvPicPr>
          <p:cNvPr id="174" name="Google Shape;174;p1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75" name="Google Shape;175;p19"/>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19"/>
          <p:cNvSpPr txBox="1">
            <a:spLocks noGrp="1"/>
          </p:cNvSpPr>
          <p:nvPr>
            <p:ph type="subTitle" idx="1"/>
          </p:nvPr>
        </p:nvSpPr>
        <p:spPr>
          <a:xfrm>
            <a:off x="709750"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7" name="Google Shape;177;p19"/>
          <p:cNvSpPr txBox="1">
            <a:spLocks noGrp="1"/>
          </p:cNvSpPr>
          <p:nvPr>
            <p:ph type="subTitle" idx="2"/>
          </p:nvPr>
        </p:nvSpPr>
        <p:spPr>
          <a:xfrm>
            <a:off x="3457413"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 name="Google Shape;178;p19"/>
          <p:cNvSpPr txBox="1">
            <a:spLocks noGrp="1"/>
          </p:cNvSpPr>
          <p:nvPr>
            <p:ph type="subTitle" idx="3"/>
          </p:nvPr>
        </p:nvSpPr>
        <p:spPr>
          <a:xfrm>
            <a:off x="6205076"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9" name="Google Shape;179;p19"/>
          <p:cNvSpPr txBox="1">
            <a:spLocks noGrp="1"/>
          </p:cNvSpPr>
          <p:nvPr>
            <p:ph type="subTitle" idx="4"/>
          </p:nvPr>
        </p:nvSpPr>
        <p:spPr>
          <a:xfrm>
            <a:off x="709758"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80" name="Google Shape;180;p19"/>
          <p:cNvSpPr txBox="1">
            <a:spLocks noGrp="1"/>
          </p:cNvSpPr>
          <p:nvPr>
            <p:ph type="subTitle" idx="5"/>
          </p:nvPr>
        </p:nvSpPr>
        <p:spPr>
          <a:xfrm>
            <a:off x="3459159"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81" name="Google Shape;181;p19"/>
          <p:cNvSpPr txBox="1">
            <a:spLocks noGrp="1"/>
          </p:cNvSpPr>
          <p:nvPr>
            <p:ph type="subTitle" idx="6"/>
          </p:nvPr>
        </p:nvSpPr>
        <p:spPr>
          <a:xfrm>
            <a:off x="6205085"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pic>
        <p:nvPicPr>
          <p:cNvPr id="182" name="Google Shape;182;p19"/>
          <p:cNvPicPr preferRelativeResize="0"/>
          <p:nvPr/>
        </p:nvPicPr>
        <p:blipFill>
          <a:blip r:embed="rId3">
            <a:alphaModFix/>
          </a:blip>
          <a:stretch>
            <a:fillRect/>
          </a:stretch>
        </p:blipFill>
        <p:spPr>
          <a:xfrm rot="5400000">
            <a:off x="8171200" y="4170725"/>
            <a:ext cx="972775" cy="972775"/>
          </a:xfrm>
          <a:prstGeom prst="rect">
            <a:avLst/>
          </a:prstGeom>
          <a:noFill/>
          <a:ln>
            <a:noFill/>
          </a:ln>
        </p:spPr>
      </p:pic>
      <p:grpSp>
        <p:nvGrpSpPr>
          <p:cNvPr id="183" name="Google Shape;183;p19"/>
          <p:cNvGrpSpPr/>
          <p:nvPr/>
        </p:nvGrpSpPr>
        <p:grpSpPr>
          <a:xfrm flipH="1">
            <a:off x="2620475" y="0"/>
            <a:ext cx="6523526" cy="369900"/>
            <a:chOff x="0" y="0"/>
            <a:chExt cx="6523526" cy="369900"/>
          </a:xfrm>
        </p:grpSpPr>
        <p:pic>
          <p:nvPicPr>
            <p:cNvPr id="184" name="Google Shape;184;p19"/>
            <p:cNvPicPr preferRelativeResize="0"/>
            <p:nvPr/>
          </p:nvPicPr>
          <p:blipFill>
            <a:blip r:embed="rId4">
              <a:alphaModFix/>
            </a:blip>
            <a:stretch>
              <a:fillRect/>
            </a:stretch>
          </p:blipFill>
          <p:spPr>
            <a:xfrm>
              <a:off x="0" y="0"/>
              <a:ext cx="6523526" cy="369900"/>
            </a:xfrm>
            <a:prstGeom prst="rect">
              <a:avLst/>
            </a:prstGeom>
            <a:noFill/>
            <a:ln>
              <a:noFill/>
            </a:ln>
          </p:spPr>
        </p:pic>
        <p:pic>
          <p:nvPicPr>
            <p:cNvPr id="185" name="Google Shape;185;p19"/>
            <p:cNvPicPr preferRelativeResize="0"/>
            <p:nvPr/>
          </p:nvPicPr>
          <p:blipFill>
            <a:blip r:embed="rId5">
              <a:alphaModFix/>
            </a:blip>
            <a:stretch>
              <a:fillRect/>
            </a:stretch>
          </p:blipFill>
          <p:spPr>
            <a:xfrm>
              <a:off x="265125" y="150455"/>
              <a:ext cx="1585464" cy="6900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86"/>
        <p:cNvGrpSpPr/>
        <p:nvPr/>
      </p:nvGrpSpPr>
      <p:grpSpPr>
        <a:xfrm>
          <a:off x="0" y="0"/>
          <a:ext cx="0" cy="0"/>
          <a:chOff x="0" y="0"/>
          <a:chExt cx="0" cy="0"/>
        </a:xfrm>
      </p:grpSpPr>
      <p:pic>
        <p:nvPicPr>
          <p:cNvPr id="187" name="Google Shape;187;p20"/>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88" name="Google Shape;188;p2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9" name="Google Shape;189;p20"/>
          <p:cNvSpPr txBox="1">
            <a:spLocks noGrp="1"/>
          </p:cNvSpPr>
          <p:nvPr>
            <p:ph type="subTitle" idx="1"/>
          </p:nvPr>
        </p:nvSpPr>
        <p:spPr>
          <a:xfrm>
            <a:off x="720000"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0" name="Google Shape;190;p20"/>
          <p:cNvSpPr txBox="1">
            <a:spLocks noGrp="1"/>
          </p:cNvSpPr>
          <p:nvPr>
            <p:ph type="subTitle" idx="2"/>
          </p:nvPr>
        </p:nvSpPr>
        <p:spPr>
          <a:xfrm>
            <a:off x="4881166"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1" name="Google Shape;191;p20"/>
          <p:cNvSpPr txBox="1">
            <a:spLocks noGrp="1"/>
          </p:cNvSpPr>
          <p:nvPr>
            <p:ph type="subTitle" idx="3"/>
          </p:nvPr>
        </p:nvSpPr>
        <p:spPr>
          <a:xfrm>
            <a:off x="720000"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2" name="Google Shape;192;p20"/>
          <p:cNvSpPr txBox="1">
            <a:spLocks noGrp="1"/>
          </p:cNvSpPr>
          <p:nvPr>
            <p:ph type="subTitle" idx="4"/>
          </p:nvPr>
        </p:nvSpPr>
        <p:spPr>
          <a:xfrm>
            <a:off x="4881166"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3" name="Google Shape;193;p20"/>
          <p:cNvSpPr txBox="1">
            <a:spLocks noGrp="1"/>
          </p:cNvSpPr>
          <p:nvPr>
            <p:ph type="subTitle" idx="5"/>
          </p:nvPr>
        </p:nvSpPr>
        <p:spPr>
          <a:xfrm>
            <a:off x="720000"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4" name="Google Shape;194;p20"/>
          <p:cNvSpPr txBox="1">
            <a:spLocks noGrp="1"/>
          </p:cNvSpPr>
          <p:nvPr>
            <p:ph type="subTitle" idx="6"/>
          </p:nvPr>
        </p:nvSpPr>
        <p:spPr>
          <a:xfrm>
            <a:off x="72000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5" name="Google Shape;195;p20"/>
          <p:cNvSpPr txBox="1">
            <a:spLocks noGrp="1"/>
          </p:cNvSpPr>
          <p:nvPr>
            <p:ph type="subTitle" idx="7"/>
          </p:nvPr>
        </p:nvSpPr>
        <p:spPr>
          <a:xfrm>
            <a:off x="4881127"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96" name="Google Shape;196;p20"/>
          <p:cNvSpPr txBox="1">
            <a:spLocks noGrp="1"/>
          </p:cNvSpPr>
          <p:nvPr>
            <p:ph type="subTitle" idx="8"/>
          </p:nvPr>
        </p:nvSpPr>
        <p:spPr>
          <a:xfrm>
            <a:off x="488113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197" name="Google Shape;197;p20"/>
          <p:cNvGrpSpPr/>
          <p:nvPr/>
        </p:nvGrpSpPr>
        <p:grpSpPr>
          <a:xfrm>
            <a:off x="-1" y="-4719"/>
            <a:ext cx="9144001" cy="5148207"/>
            <a:chOff x="-1" y="-4719"/>
            <a:chExt cx="9144001" cy="5148207"/>
          </a:xfrm>
        </p:grpSpPr>
        <p:pic>
          <p:nvPicPr>
            <p:cNvPr id="198" name="Google Shape;198;p20"/>
            <p:cNvPicPr preferRelativeResize="0"/>
            <p:nvPr/>
          </p:nvPicPr>
          <p:blipFill>
            <a:blip r:embed="rId3">
              <a:alphaModFix/>
            </a:blip>
            <a:stretch>
              <a:fillRect/>
            </a:stretch>
          </p:blipFill>
          <p:spPr>
            <a:xfrm rot="5400000" flipH="1">
              <a:off x="8171225" y="-4719"/>
              <a:ext cx="972775" cy="972775"/>
            </a:xfrm>
            <a:prstGeom prst="rect">
              <a:avLst/>
            </a:prstGeom>
            <a:noFill/>
            <a:ln>
              <a:noFill/>
            </a:ln>
          </p:spPr>
        </p:pic>
        <p:pic>
          <p:nvPicPr>
            <p:cNvPr id="199" name="Google Shape;199;p20"/>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200" name="Google Shape;200;p20"/>
          <p:cNvGrpSpPr/>
          <p:nvPr/>
        </p:nvGrpSpPr>
        <p:grpSpPr>
          <a:xfrm rot="10800000">
            <a:off x="0" y="-4719"/>
            <a:ext cx="4881173" cy="365700"/>
            <a:chOff x="4261050" y="4610675"/>
            <a:chExt cx="4881173" cy="365700"/>
          </a:xfrm>
        </p:grpSpPr>
        <p:pic>
          <p:nvPicPr>
            <p:cNvPr id="201" name="Google Shape;201;p20"/>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202" name="Google Shape;202;p20"/>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03"/>
        <p:cNvGrpSpPr/>
        <p:nvPr/>
      </p:nvGrpSpPr>
      <p:grpSpPr>
        <a:xfrm>
          <a:off x="0" y="0"/>
          <a:ext cx="0" cy="0"/>
          <a:chOff x="0" y="0"/>
          <a:chExt cx="0" cy="0"/>
        </a:xfrm>
      </p:grpSpPr>
      <p:pic>
        <p:nvPicPr>
          <p:cNvPr id="204" name="Google Shape;204;p21"/>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05" name="Google Shape;205;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6" name="Google Shape;206;p21"/>
          <p:cNvSpPr txBox="1">
            <a:spLocks noGrp="1"/>
          </p:cNvSpPr>
          <p:nvPr>
            <p:ph type="subTitle" idx="1"/>
          </p:nvPr>
        </p:nvSpPr>
        <p:spPr>
          <a:xfrm>
            <a:off x="720075"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7" name="Google Shape;207;p21"/>
          <p:cNvSpPr txBox="1">
            <a:spLocks noGrp="1"/>
          </p:cNvSpPr>
          <p:nvPr>
            <p:ph type="subTitle" idx="2"/>
          </p:nvPr>
        </p:nvSpPr>
        <p:spPr>
          <a:xfrm>
            <a:off x="3393880"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8" name="Google Shape;208;p21"/>
          <p:cNvSpPr txBox="1">
            <a:spLocks noGrp="1"/>
          </p:cNvSpPr>
          <p:nvPr>
            <p:ph type="subTitle" idx="3"/>
          </p:nvPr>
        </p:nvSpPr>
        <p:spPr>
          <a:xfrm>
            <a:off x="720075"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9" name="Google Shape;209;p21"/>
          <p:cNvSpPr txBox="1">
            <a:spLocks noGrp="1"/>
          </p:cNvSpPr>
          <p:nvPr>
            <p:ph type="subTitle" idx="4"/>
          </p:nvPr>
        </p:nvSpPr>
        <p:spPr>
          <a:xfrm>
            <a:off x="3393880"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0" name="Google Shape;210;p21"/>
          <p:cNvSpPr txBox="1">
            <a:spLocks noGrp="1"/>
          </p:cNvSpPr>
          <p:nvPr>
            <p:ph type="subTitle" idx="5"/>
          </p:nvPr>
        </p:nvSpPr>
        <p:spPr>
          <a:xfrm>
            <a:off x="6067686"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1" name="Google Shape;211;p21"/>
          <p:cNvSpPr txBox="1">
            <a:spLocks noGrp="1"/>
          </p:cNvSpPr>
          <p:nvPr>
            <p:ph type="subTitle" idx="6"/>
          </p:nvPr>
        </p:nvSpPr>
        <p:spPr>
          <a:xfrm>
            <a:off x="6067686"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2" name="Google Shape;212;p21"/>
          <p:cNvSpPr txBox="1">
            <a:spLocks noGrp="1"/>
          </p:cNvSpPr>
          <p:nvPr>
            <p:ph type="subTitle" idx="7"/>
          </p:nvPr>
        </p:nvSpPr>
        <p:spPr>
          <a:xfrm>
            <a:off x="720075" y="1426464"/>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213" name="Google Shape;213;p21"/>
          <p:cNvSpPr txBox="1">
            <a:spLocks noGrp="1"/>
          </p:cNvSpPr>
          <p:nvPr>
            <p:ph type="subTitle" idx="8"/>
          </p:nvPr>
        </p:nvSpPr>
        <p:spPr>
          <a:xfrm>
            <a:off x="3395380"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214" name="Google Shape;214;p21"/>
          <p:cNvSpPr txBox="1">
            <a:spLocks noGrp="1"/>
          </p:cNvSpPr>
          <p:nvPr>
            <p:ph type="subTitle" idx="9"/>
          </p:nvPr>
        </p:nvSpPr>
        <p:spPr>
          <a:xfrm>
            <a:off x="6067686"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215" name="Google Shape;215;p21"/>
          <p:cNvSpPr txBox="1">
            <a:spLocks noGrp="1"/>
          </p:cNvSpPr>
          <p:nvPr>
            <p:ph type="subTitle" idx="13"/>
          </p:nvPr>
        </p:nvSpPr>
        <p:spPr>
          <a:xfrm>
            <a:off x="720075" y="3145536"/>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216" name="Google Shape;216;p21"/>
          <p:cNvSpPr txBox="1">
            <a:spLocks noGrp="1"/>
          </p:cNvSpPr>
          <p:nvPr>
            <p:ph type="subTitle" idx="14"/>
          </p:nvPr>
        </p:nvSpPr>
        <p:spPr>
          <a:xfrm>
            <a:off x="3393880"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217" name="Google Shape;217;p21"/>
          <p:cNvSpPr txBox="1">
            <a:spLocks noGrp="1"/>
          </p:cNvSpPr>
          <p:nvPr>
            <p:ph type="subTitle" idx="15"/>
          </p:nvPr>
        </p:nvSpPr>
        <p:spPr>
          <a:xfrm>
            <a:off x="6067686"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pic>
        <p:nvPicPr>
          <p:cNvPr id="218" name="Google Shape;218;p21"/>
          <p:cNvPicPr preferRelativeResize="0"/>
          <p:nvPr/>
        </p:nvPicPr>
        <p:blipFill rotWithShape="1">
          <a:blip r:embed="rId3">
            <a:alphaModFix/>
          </a:blip>
          <a:srcRect l="68148" b="22414"/>
          <a:stretch/>
        </p:blipFill>
        <p:spPr>
          <a:xfrm rot="10800000">
            <a:off x="8580849" y="64376"/>
            <a:ext cx="563126" cy="1047824"/>
          </a:xfrm>
          <a:prstGeom prst="rect">
            <a:avLst/>
          </a:prstGeom>
          <a:noFill/>
          <a:ln>
            <a:noFill/>
          </a:ln>
        </p:spPr>
      </p:pic>
      <p:pic>
        <p:nvPicPr>
          <p:cNvPr id="219" name="Google Shape;219;p21"/>
          <p:cNvPicPr preferRelativeResize="0"/>
          <p:nvPr/>
        </p:nvPicPr>
        <p:blipFill>
          <a:blip r:embed="rId4">
            <a:alphaModFix/>
          </a:blip>
          <a:stretch>
            <a:fillRect/>
          </a:stretch>
        </p:blipFill>
        <p:spPr>
          <a:xfrm rot="5400000">
            <a:off x="8171225" y="4170725"/>
            <a:ext cx="972775" cy="9727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20"/>
        <p:cNvGrpSpPr/>
        <p:nvPr/>
      </p:nvGrpSpPr>
      <p:grpSpPr>
        <a:xfrm>
          <a:off x="0" y="0"/>
          <a:ext cx="0" cy="0"/>
          <a:chOff x="0" y="0"/>
          <a:chExt cx="0" cy="0"/>
        </a:xfrm>
      </p:grpSpPr>
      <p:pic>
        <p:nvPicPr>
          <p:cNvPr id="221" name="Google Shape;221;p2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22" name="Google Shape;222;p22"/>
          <p:cNvSpPr txBox="1">
            <a:spLocks noGrp="1"/>
          </p:cNvSpPr>
          <p:nvPr>
            <p:ph type="title" hasCustomPrompt="1"/>
          </p:nvPr>
        </p:nvSpPr>
        <p:spPr>
          <a:xfrm>
            <a:off x="3099888" y="2045129"/>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3" name="Google Shape;223;p22"/>
          <p:cNvSpPr txBox="1">
            <a:spLocks noGrp="1"/>
          </p:cNvSpPr>
          <p:nvPr>
            <p:ph type="subTitle" idx="1"/>
          </p:nvPr>
        </p:nvSpPr>
        <p:spPr>
          <a:xfrm>
            <a:off x="3099898" y="2737825"/>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24" name="Google Shape;224;p22"/>
          <p:cNvSpPr txBox="1">
            <a:spLocks noGrp="1"/>
          </p:cNvSpPr>
          <p:nvPr>
            <p:ph type="title" idx="2" hasCustomPrompt="1"/>
          </p:nvPr>
        </p:nvSpPr>
        <p:spPr>
          <a:xfrm>
            <a:off x="3099904" y="669938"/>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5" name="Google Shape;225;p22"/>
          <p:cNvSpPr txBox="1">
            <a:spLocks noGrp="1"/>
          </p:cNvSpPr>
          <p:nvPr>
            <p:ph type="subTitle" idx="3"/>
          </p:nvPr>
        </p:nvSpPr>
        <p:spPr>
          <a:xfrm>
            <a:off x="3099904" y="1362646"/>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26" name="Google Shape;226;p22"/>
          <p:cNvSpPr txBox="1">
            <a:spLocks noGrp="1"/>
          </p:cNvSpPr>
          <p:nvPr>
            <p:ph type="title" idx="4" hasCustomPrompt="1"/>
          </p:nvPr>
        </p:nvSpPr>
        <p:spPr>
          <a:xfrm>
            <a:off x="3099896" y="3420317"/>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7" name="Google Shape;227;p22"/>
          <p:cNvSpPr txBox="1">
            <a:spLocks noGrp="1"/>
          </p:cNvSpPr>
          <p:nvPr>
            <p:ph type="subTitle" idx="5"/>
          </p:nvPr>
        </p:nvSpPr>
        <p:spPr>
          <a:xfrm>
            <a:off x="3099906" y="4113013"/>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228" name="Google Shape;228;p22"/>
          <p:cNvGrpSpPr/>
          <p:nvPr/>
        </p:nvGrpSpPr>
        <p:grpSpPr>
          <a:xfrm>
            <a:off x="0" y="0"/>
            <a:ext cx="9149044" cy="5153909"/>
            <a:chOff x="0" y="0"/>
            <a:chExt cx="9149044" cy="5153909"/>
          </a:xfrm>
        </p:grpSpPr>
        <p:grpSp>
          <p:nvGrpSpPr>
            <p:cNvPr id="229" name="Google Shape;229;p22"/>
            <p:cNvGrpSpPr/>
            <p:nvPr/>
          </p:nvGrpSpPr>
          <p:grpSpPr>
            <a:xfrm>
              <a:off x="2633519" y="4796608"/>
              <a:ext cx="6515525" cy="357300"/>
              <a:chOff x="2633519" y="4796608"/>
              <a:chExt cx="6515525" cy="357300"/>
            </a:xfrm>
          </p:grpSpPr>
          <p:pic>
            <p:nvPicPr>
              <p:cNvPr id="230" name="Google Shape;230;p22"/>
              <p:cNvPicPr preferRelativeResize="0"/>
              <p:nvPr/>
            </p:nvPicPr>
            <p:blipFill>
              <a:blip r:embed="rId3">
                <a:alphaModFix/>
              </a:blip>
              <a:stretch>
                <a:fillRect/>
              </a:stretch>
            </p:blipFill>
            <p:spPr>
              <a:xfrm rot="10800000">
                <a:off x="2633519" y="4796608"/>
                <a:ext cx="6515525" cy="357300"/>
              </a:xfrm>
              <a:prstGeom prst="rect">
                <a:avLst/>
              </a:prstGeom>
              <a:noFill/>
              <a:ln>
                <a:noFill/>
              </a:ln>
            </p:spPr>
          </p:pic>
          <p:pic>
            <p:nvPicPr>
              <p:cNvPr id="231" name="Google Shape;231;p22"/>
              <p:cNvPicPr preferRelativeResize="0"/>
              <p:nvPr/>
            </p:nvPicPr>
            <p:blipFill>
              <a:blip r:embed="rId4">
                <a:alphaModFix/>
              </a:blip>
              <a:stretch>
                <a:fillRect/>
              </a:stretch>
            </p:blipFill>
            <p:spPr>
              <a:xfrm rot="10800000">
                <a:off x="7293388" y="4940768"/>
                <a:ext cx="1585464" cy="69000"/>
              </a:xfrm>
              <a:prstGeom prst="rect">
                <a:avLst/>
              </a:prstGeom>
              <a:noFill/>
              <a:ln>
                <a:noFill/>
              </a:ln>
            </p:spPr>
          </p:pic>
        </p:grpSp>
        <p:grpSp>
          <p:nvGrpSpPr>
            <p:cNvPr id="232" name="Google Shape;232;p22"/>
            <p:cNvGrpSpPr/>
            <p:nvPr/>
          </p:nvGrpSpPr>
          <p:grpSpPr>
            <a:xfrm>
              <a:off x="0" y="0"/>
              <a:ext cx="6523526" cy="359400"/>
              <a:chOff x="0" y="0"/>
              <a:chExt cx="6523526" cy="359400"/>
            </a:xfrm>
          </p:grpSpPr>
          <p:pic>
            <p:nvPicPr>
              <p:cNvPr id="233" name="Google Shape;233;p22"/>
              <p:cNvPicPr preferRelativeResize="0"/>
              <p:nvPr/>
            </p:nvPicPr>
            <p:blipFill>
              <a:blip r:embed="rId5">
                <a:alphaModFix/>
              </a:blip>
              <a:stretch>
                <a:fillRect/>
              </a:stretch>
            </p:blipFill>
            <p:spPr>
              <a:xfrm>
                <a:off x="0" y="0"/>
                <a:ext cx="6523526" cy="359400"/>
              </a:xfrm>
              <a:prstGeom prst="rect">
                <a:avLst/>
              </a:prstGeom>
              <a:noFill/>
              <a:ln>
                <a:noFill/>
              </a:ln>
            </p:spPr>
          </p:pic>
          <p:pic>
            <p:nvPicPr>
              <p:cNvPr id="234" name="Google Shape;234;p22"/>
              <p:cNvPicPr preferRelativeResize="0"/>
              <p:nvPr/>
            </p:nvPicPr>
            <p:blipFill>
              <a:blip r:embed="rId4">
                <a:alphaModFix/>
              </a:blip>
              <a:stretch>
                <a:fillRect/>
              </a:stretch>
            </p:blipFill>
            <p:spPr>
              <a:xfrm>
                <a:off x="265125" y="145205"/>
                <a:ext cx="1585464" cy="69000"/>
              </a:xfrm>
              <a:prstGeom prst="rect">
                <a:avLst/>
              </a:prstGeom>
              <a:noFill/>
              <a:ln>
                <a:noFill/>
              </a:ln>
            </p:spPr>
          </p:pic>
        </p:grpSp>
      </p:grpSp>
      <p:pic>
        <p:nvPicPr>
          <p:cNvPr id="235" name="Google Shape;235;p22"/>
          <p:cNvPicPr preferRelativeResize="0"/>
          <p:nvPr/>
        </p:nvPicPr>
        <p:blipFill rotWithShape="1">
          <a:blip r:embed="rId6">
            <a:alphaModFix/>
          </a:blip>
          <a:srcRect t="129" b="129"/>
          <a:stretch/>
        </p:blipFill>
        <p:spPr>
          <a:xfrm rot="5400000">
            <a:off x="-128174" y="3562553"/>
            <a:ext cx="1716695" cy="130794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36"/>
        <p:cNvGrpSpPr/>
        <p:nvPr/>
      </p:nvGrpSpPr>
      <p:grpSpPr>
        <a:xfrm>
          <a:off x="0" y="0"/>
          <a:ext cx="0" cy="0"/>
          <a:chOff x="0" y="0"/>
          <a:chExt cx="0" cy="0"/>
        </a:xfrm>
      </p:grpSpPr>
      <p:pic>
        <p:nvPicPr>
          <p:cNvPr id="237" name="Google Shape;237;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38" name="Google Shape;238;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39" name="Google Shape;239;p23"/>
          <p:cNvGrpSpPr/>
          <p:nvPr/>
        </p:nvGrpSpPr>
        <p:grpSpPr>
          <a:xfrm>
            <a:off x="0" y="0"/>
            <a:ext cx="6523526" cy="369900"/>
            <a:chOff x="0" y="0"/>
            <a:chExt cx="6523526" cy="369900"/>
          </a:xfrm>
        </p:grpSpPr>
        <p:pic>
          <p:nvPicPr>
            <p:cNvPr id="240" name="Google Shape;240;p2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41" name="Google Shape;241;p2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242" name="Google Shape;242;p23"/>
          <p:cNvGrpSpPr/>
          <p:nvPr/>
        </p:nvGrpSpPr>
        <p:grpSpPr>
          <a:xfrm>
            <a:off x="0" y="0"/>
            <a:ext cx="9144000" cy="5143512"/>
            <a:chOff x="0" y="0"/>
            <a:chExt cx="9144000" cy="5143512"/>
          </a:xfrm>
        </p:grpSpPr>
        <p:pic>
          <p:nvPicPr>
            <p:cNvPr id="243" name="Google Shape;243;p2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244" name="Google Shape;244;p2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245"/>
        <p:cNvGrpSpPr/>
        <p:nvPr/>
      </p:nvGrpSpPr>
      <p:grpSpPr>
        <a:xfrm>
          <a:off x="0" y="0"/>
          <a:ext cx="0" cy="0"/>
          <a:chOff x="0" y="0"/>
          <a:chExt cx="0" cy="0"/>
        </a:xfrm>
      </p:grpSpPr>
      <p:pic>
        <p:nvPicPr>
          <p:cNvPr id="246" name="Google Shape;246;p24"/>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47" name="Google Shape;247;p2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248" name="Google Shape;248;p24"/>
          <p:cNvPicPr preferRelativeResize="0"/>
          <p:nvPr/>
        </p:nvPicPr>
        <p:blipFill rotWithShape="1">
          <a:blip r:embed="rId3">
            <a:alphaModFix/>
          </a:blip>
          <a:srcRect l="14813" b="34262"/>
          <a:stretch/>
        </p:blipFill>
        <p:spPr>
          <a:xfrm rot="10800000">
            <a:off x="7654149" y="-40526"/>
            <a:ext cx="1506076" cy="887826"/>
          </a:xfrm>
          <a:prstGeom prst="rect">
            <a:avLst/>
          </a:prstGeom>
          <a:noFill/>
          <a:ln>
            <a:noFill/>
          </a:ln>
        </p:spPr>
      </p:pic>
      <p:grpSp>
        <p:nvGrpSpPr>
          <p:cNvPr id="249" name="Google Shape;249;p24"/>
          <p:cNvGrpSpPr/>
          <p:nvPr/>
        </p:nvGrpSpPr>
        <p:grpSpPr>
          <a:xfrm flipH="1">
            <a:off x="0" y="0"/>
            <a:ext cx="9144000" cy="5143512"/>
            <a:chOff x="0" y="0"/>
            <a:chExt cx="9144000" cy="5143512"/>
          </a:xfrm>
        </p:grpSpPr>
        <p:pic>
          <p:nvPicPr>
            <p:cNvPr id="250" name="Google Shape;250;p24"/>
            <p:cNvPicPr preferRelativeResize="0"/>
            <p:nvPr/>
          </p:nvPicPr>
          <p:blipFill>
            <a:blip r:embed="rId4">
              <a:alphaModFix/>
            </a:blip>
            <a:stretch>
              <a:fillRect/>
            </a:stretch>
          </p:blipFill>
          <p:spPr>
            <a:xfrm>
              <a:off x="8171225" y="0"/>
              <a:ext cx="972775" cy="972775"/>
            </a:xfrm>
            <a:prstGeom prst="rect">
              <a:avLst/>
            </a:prstGeom>
            <a:noFill/>
            <a:ln>
              <a:noFill/>
            </a:ln>
          </p:spPr>
        </p:pic>
        <p:pic>
          <p:nvPicPr>
            <p:cNvPr id="251" name="Google Shape;251;p24"/>
            <p:cNvPicPr preferRelativeResize="0"/>
            <p:nvPr/>
          </p:nvPicPr>
          <p:blipFill>
            <a:blip r:embed="rId5">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252"/>
        <p:cNvGrpSpPr/>
        <p:nvPr/>
      </p:nvGrpSpPr>
      <p:grpSpPr>
        <a:xfrm>
          <a:off x="0" y="0"/>
          <a:ext cx="0" cy="0"/>
          <a:chOff x="0" y="0"/>
          <a:chExt cx="0" cy="0"/>
        </a:xfrm>
      </p:grpSpPr>
      <p:pic>
        <p:nvPicPr>
          <p:cNvPr id="253" name="Google Shape;253;p2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54" name="Google Shape;254;p2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55" name="Google Shape;255;p25"/>
          <p:cNvGrpSpPr/>
          <p:nvPr/>
        </p:nvGrpSpPr>
        <p:grpSpPr>
          <a:xfrm flipH="1">
            <a:off x="2620475" y="0"/>
            <a:ext cx="6523526" cy="369900"/>
            <a:chOff x="0" y="0"/>
            <a:chExt cx="6523526" cy="369900"/>
          </a:xfrm>
        </p:grpSpPr>
        <p:pic>
          <p:nvPicPr>
            <p:cNvPr id="256" name="Google Shape;256;p2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57" name="Google Shape;257;p2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258" name="Google Shape;258;p25"/>
          <p:cNvPicPr preferRelativeResize="0"/>
          <p:nvPr/>
        </p:nvPicPr>
        <p:blipFill rotWithShape="1">
          <a:blip r:embed="rId5">
            <a:alphaModFix/>
          </a:blip>
          <a:srcRect r="56111" b="41941"/>
          <a:stretch/>
        </p:blipFill>
        <p:spPr>
          <a:xfrm rot="-5400000">
            <a:off x="8325038" y="4266787"/>
            <a:ext cx="775950" cy="784125"/>
          </a:xfrm>
          <a:prstGeom prst="rect">
            <a:avLst/>
          </a:prstGeom>
          <a:noFill/>
          <a:ln>
            <a:noFill/>
          </a:ln>
        </p:spPr>
      </p:pic>
      <p:pic>
        <p:nvPicPr>
          <p:cNvPr id="259" name="Google Shape;259;p25"/>
          <p:cNvPicPr preferRelativeResize="0"/>
          <p:nvPr/>
        </p:nvPicPr>
        <p:blipFill>
          <a:blip r:embed="rId6">
            <a:alphaModFix/>
          </a:blip>
          <a:stretch>
            <a:fillRect/>
          </a:stretch>
        </p:blipFill>
        <p:spPr>
          <a:xfrm rot="-5400000" flipH="1">
            <a:off x="0" y="4170725"/>
            <a:ext cx="972775" cy="9727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TITLE_ONLY_4">
    <p:spTree>
      <p:nvGrpSpPr>
        <p:cNvPr id="1" name="Shape 260"/>
        <p:cNvGrpSpPr/>
        <p:nvPr/>
      </p:nvGrpSpPr>
      <p:grpSpPr>
        <a:xfrm>
          <a:off x="0" y="0"/>
          <a:ext cx="0" cy="0"/>
          <a:chOff x="0" y="0"/>
          <a:chExt cx="0" cy="0"/>
        </a:xfrm>
      </p:grpSpPr>
      <p:pic>
        <p:nvPicPr>
          <p:cNvPr id="261" name="Google Shape;261;p2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62" name="Google Shape;262;p2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263" name="Google Shape;263;p26"/>
          <p:cNvPicPr preferRelativeResize="0"/>
          <p:nvPr/>
        </p:nvPicPr>
        <p:blipFill rotWithShape="1">
          <a:blip r:embed="rId3">
            <a:alphaModFix/>
          </a:blip>
          <a:srcRect t="128" b="35496"/>
          <a:stretch/>
        </p:blipFill>
        <p:spPr>
          <a:xfrm>
            <a:off x="6296175" y="4293872"/>
            <a:ext cx="1716701" cy="844200"/>
          </a:xfrm>
          <a:prstGeom prst="rect">
            <a:avLst/>
          </a:prstGeom>
          <a:noFill/>
          <a:ln>
            <a:noFill/>
          </a:ln>
        </p:spPr>
      </p:pic>
      <p:grpSp>
        <p:nvGrpSpPr>
          <p:cNvPr id="264" name="Google Shape;264;p26"/>
          <p:cNvGrpSpPr/>
          <p:nvPr/>
        </p:nvGrpSpPr>
        <p:grpSpPr>
          <a:xfrm>
            <a:off x="0" y="0"/>
            <a:ext cx="3789523" cy="359400"/>
            <a:chOff x="0" y="0"/>
            <a:chExt cx="3789523" cy="359400"/>
          </a:xfrm>
        </p:grpSpPr>
        <p:pic>
          <p:nvPicPr>
            <p:cNvPr id="265" name="Google Shape;265;p26"/>
            <p:cNvPicPr preferRelativeResize="0"/>
            <p:nvPr/>
          </p:nvPicPr>
          <p:blipFill>
            <a:blip r:embed="rId4">
              <a:alphaModFix/>
            </a:blip>
            <a:stretch>
              <a:fillRect/>
            </a:stretch>
          </p:blipFill>
          <p:spPr>
            <a:xfrm>
              <a:off x="0" y="0"/>
              <a:ext cx="3789523" cy="359400"/>
            </a:xfrm>
            <a:prstGeom prst="rect">
              <a:avLst/>
            </a:prstGeom>
            <a:noFill/>
            <a:ln>
              <a:noFill/>
            </a:ln>
          </p:spPr>
        </p:pic>
        <p:pic>
          <p:nvPicPr>
            <p:cNvPr id="266" name="Google Shape;266;p26"/>
            <p:cNvPicPr preferRelativeResize="0"/>
            <p:nvPr/>
          </p:nvPicPr>
          <p:blipFill>
            <a:blip r:embed="rId5">
              <a:alphaModFix/>
            </a:blip>
            <a:stretch>
              <a:fillRect/>
            </a:stretch>
          </p:blipFill>
          <p:spPr>
            <a:xfrm>
              <a:off x="265125" y="145205"/>
              <a:ext cx="1585464" cy="69000"/>
            </a:xfrm>
            <a:prstGeom prst="rect">
              <a:avLst/>
            </a:prstGeom>
            <a:noFill/>
            <a:ln>
              <a:noFill/>
            </a:ln>
          </p:spPr>
        </p:pic>
      </p:grpSp>
      <p:pic>
        <p:nvPicPr>
          <p:cNvPr id="267" name="Google Shape;267;p26"/>
          <p:cNvPicPr preferRelativeResize="0"/>
          <p:nvPr/>
        </p:nvPicPr>
        <p:blipFill>
          <a:blip r:embed="rId6">
            <a:alphaModFix/>
          </a:blip>
          <a:stretch>
            <a:fillRect/>
          </a:stretch>
        </p:blipFill>
        <p:spPr>
          <a:xfrm rot="10800000" flipH="1">
            <a:off x="8171225" y="4170725"/>
            <a:ext cx="972775" cy="9727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1" name="Shape 268"/>
        <p:cNvGrpSpPr/>
        <p:nvPr/>
      </p:nvGrpSpPr>
      <p:grpSpPr>
        <a:xfrm>
          <a:off x="0" y="0"/>
          <a:ext cx="0" cy="0"/>
          <a:chOff x="0" y="0"/>
          <a:chExt cx="0" cy="0"/>
        </a:xfrm>
      </p:grpSpPr>
      <p:pic>
        <p:nvPicPr>
          <p:cNvPr id="269" name="Google Shape;269;p2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0" name="Google Shape;270;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71" name="Google Shape;271;p27"/>
          <p:cNvGrpSpPr/>
          <p:nvPr/>
        </p:nvGrpSpPr>
        <p:grpSpPr>
          <a:xfrm rot="10800000" flipH="1">
            <a:off x="5131123" y="0"/>
            <a:ext cx="4012877" cy="359400"/>
            <a:chOff x="5129348" y="4780863"/>
            <a:chExt cx="4012877" cy="359400"/>
          </a:xfrm>
        </p:grpSpPr>
        <p:pic>
          <p:nvPicPr>
            <p:cNvPr id="272" name="Google Shape;272;p27"/>
            <p:cNvPicPr preferRelativeResize="0"/>
            <p:nvPr/>
          </p:nvPicPr>
          <p:blipFill>
            <a:blip r:embed="rId3">
              <a:alphaModFix/>
            </a:blip>
            <a:stretch>
              <a:fillRect/>
            </a:stretch>
          </p:blipFill>
          <p:spPr>
            <a:xfrm rot="10800000">
              <a:off x="5129348" y="4780863"/>
              <a:ext cx="4012877" cy="359400"/>
            </a:xfrm>
            <a:prstGeom prst="rect">
              <a:avLst/>
            </a:prstGeom>
            <a:noFill/>
            <a:ln>
              <a:noFill/>
            </a:ln>
          </p:spPr>
        </p:pic>
        <p:pic>
          <p:nvPicPr>
            <p:cNvPr id="273" name="Google Shape;273;p27"/>
            <p:cNvPicPr preferRelativeResize="0"/>
            <p:nvPr/>
          </p:nvPicPr>
          <p:blipFill>
            <a:blip r:embed="rId4">
              <a:alphaModFix/>
            </a:blip>
            <a:stretch>
              <a:fillRect/>
            </a:stretch>
          </p:blipFill>
          <p:spPr>
            <a:xfrm rot="10800000">
              <a:off x="7293388" y="4911768"/>
              <a:ext cx="1585464" cy="69000"/>
            </a:xfrm>
            <a:prstGeom prst="rect">
              <a:avLst/>
            </a:prstGeom>
            <a:noFill/>
            <a:ln>
              <a:noFill/>
            </a:ln>
          </p:spPr>
        </p:pic>
      </p:grpSp>
      <p:pic>
        <p:nvPicPr>
          <p:cNvPr id="274" name="Google Shape;274;p27"/>
          <p:cNvPicPr preferRelativeResize="0"/>
          <p:nvPr/>
        </p:nvPicPr>
        <p:blipFill>
          <a:blip r:embed="rId5">
            <a:alphaModFix/>
          </a:blip>
          <a:stretch>
            <a:fillRect/>
          </a:stretch>
        </p:blipFill>
        <p:spPr>
          <a:xfrm rot="-5400000">
            <a:off x="-25" y="0"/>
            <a:ext cx="972775" cy="972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6">
  <p:cSld name="TITLE_ONLY_6">
    <p:spTree>
      <p:nvGrpSpPr>
        <p:cNvPr id="1" name="Shape 275"/>
        <p:cNvGrpSpPr/>
        <p:nvPr/>
      </p:nvGrpSpPr>
      <p:grpSpPr>
        <a:xfrm>
          <a:off x="0" y="0"/>
          <a:ext cx="0" cy="0"/>
          <a:chOff x="0" y="0"/>
          <a:chExt cx="0" cy="0"/>
        </a:xfrm>
      </p:grpSpPr>
      <p:pic>
        <p:nvPicPr>
          <p:cNvPr id="276" name="Google Shape;276;p2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77" name="Google Shape;277;p2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78" name="Google Shape;278;p28"/>
          <p:cNvGrpSpPr/>
          <p:nvPr/>
        </p:nvGrpSpPr>
        <p:grpSpPr>
          <a:xfrm>
            <a:off x="0" y="12"/>
            <a:ext cx="9144000" cy="5143487"/>
            <a:chOff x="0" y="12"/>
            <a:chExt cx="9144000" cy="5143487"/>
          </a:xfrm>
        </p:grpSpPr>
        <p:pic>
          <p:nvPicPr>
            <p:cNvPr id="279" name="Google Shape;279;p28"/>
            <p:cNvPicPr preferRelativeResize="0"/>
            <p:nvPr/>
          </p:nvPicPr>
          <p:blipFill>
            <a:blip r:embed="rId3">
              <a:alphaModFix/>
            </a:blip>
            <a:stretch>
              <a:fillRect/>
            </a:stretch>
          </p:blipFill>
          <p:spPr>
            <a:xfrm rot="-5400000" flipH="1">
              <a:off x="0" y="4170725"/>
              <a:ext cx="972775" cy="972775"/>
            </a:xfrm>
            <a:prstGeom prst="rect">
              <a:avLst/>
            </a:prstGeom>
            <a:noFill/>
            <a:ln>
              <a:noFill/>
            </a:ln>
          </p:spPr>
        </p:pic>
        <p:pic>
          <p:nvPicPr>
            <p:cNvPr id="280" name="Google Shape;280;p28"/>
            <p:cNvPicPr preferRelativeResize="0"/>
            <p:nvPr/>
          </p:nvPicPr>
          <p:blipFill>
            <a:blip r:embed="rId4">
              <a:alphaModFix/>
            </a:blip>
            <a:stretch>
              <a:fillRect/>
            </a:stretch>
          </p:blipFill>
          <p:spPr>
            <a:xfrm rot="-5400000" flipH="1">
              <a:off x="8171225" y="12"/>
              <a:ext cx="972775" cy="972775"/>
            </a:xfrm>
            <a:prstGeom prst="rect">
              <a:avLst/>
            </a:prstGeom>
            <a:noFill/>
            <a:ln>
              <a:noFill/>
            </a:ln>
          </p:spPr>
        </p:pic>
      </p:grpSp>
      <p:grpSp>
        <p:nvGrpSpPr>
          <p:cNvPr id="281" name="Google Shape;281;p28"/>
          <p:cNvGrpSpPr/>
          <p:nvPr/>
        </p:nvGrpSpPr>
        <p:grpSpPr>
          <a:xfrm rot="10800000">
            <a:off x="0" y="0"/>
            <a:ext cx="4012877" cy="359400"/>
            <a:chOff x="5129346" y="4780863"/>
            <a:chExt cx="4012877" cy="359400"/>
          </a:xfrm>
        </p:grpSpPr>
        <p:pic>
          <p:nvPicPr>
            <p:cNvPr id="282" name="Google Shape;282;p28"/>
            <p:cNvPicPr preferRelativeResize="0"/>
            <p:nvPr/>
          </p:nvPicPr>
          <p:blipFill>
            <a:blip r:embed="rId5">
              <a:alphaModFix/>
            </a:blip>
            <a:stretch>
              <a:fillRect/>
            </a:stretch>
          </p:blipFill>
          <p:spPr>
            <a:xfrm rot="10800000">
              <a:off x="5129346" y="4780863"/>
              <a:ext cx="4012877" cy="359400"/>
            </a:xfrm>
            <a:prstGeom prst="rect">
              <a:avLst/>
            </a:prstGeom>
            <a:noFill/>
            <a:ln>
              <a:noFill/>
            </a:ln>
          </p:spPr>
        </p:pic>
        <p:pic>
          <p:nvPicPr>
            <p:cNvPr id="283" name="Google Shape;283;p28"/>
            <p:cNvPicPr preferRelativeResize="0"/>
            <p:nvPr/>
          </p:nvPicPr>
          <p:blipFill>
            <a:blip r:embed="rId6">
              <a:alphaModFix/>
            </a:blip>
            <a:stretch>
              <a:fillRect/>
            </a:stretch>
          </p:blipFill>
          <p:spPr>
            <a:xfrm rot="10800000">
              <a:off x="7293388" y="4926068"/>
              <a:ext cx="1585464" cy="69000"/>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84"/>
        <p:cNvGrpSpPr/>
        <p:nvPr/>
      </p:nvGrpSpPr>
      <p:grpSpPr>
        <a:xfrm>
          <a:off x="0" y="0"/>
          <a:ext cx="0" cy="0"/>
          <a:chOff x="0" y="0"/>
          <a:chExt cx="0" cy="0"/>
        </a:xfrm>
      </p:grpSpPr>
      <p:pic>
        <p:nvPicPr>
          <p:cNvPr id="285" name="Google Shape;285;p2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86" name="Google Shape;286;p29"/>
          <p:cNvSpPr txBox="1">
            <a:spLocks noGrp="1"/>
          </p:cNvSpPr>
          <p:nvPr>
            <p:ph type="title"/>
          </p:nvPr>
        </p:nvSpPr>
        <p:spPr>
          <a:xfrm>
            <a:off x="713227" y="540000"/>
            <a:ext cx="41514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87" name="Google Shape;287;p29"/>
          <p:cNvSpPr txBox="1">
            <a:spLocks noGrp="1"/>
          </p:cNvSpPr>
          <p:nvPr>
            <p:ph type="subTitle" idx="1"/>
          </p:nvPr>
        </p:nvSpPr>
        <p:spPr>
          <a:xfrm>
            <a:off x="713213" y="2369350"/>
            <a:ext cx="36993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8" name="Google Shape;288;p29"/>
          <p:cNvSpPr>
            <a:spLocks noGrp="1"/>
          </p:cNvSpPr>
          <p:nvPr>
            <p:ph type="pic" idx="2"/>
          </p:nvPr>
        </p:nvSpPr>
        <p:spPr>
          <a:xfrm>
            <a:off x="713225" y="539550"/>
            <a:ext cx="3072600" cy="4064400"/>
          </a:xfrm>
          <a:prstGeom prst="round2DiagRect">
            <a:avLst>
              <a:gd name="adj1" fmla="val 16667"/>
              <a:gd name="adj2" fmla="val 0"/>
            </a:avLst>
          </a:prstGeom>
          <a:noFill/>
          <a:ln>
            <a:noFill/>
          </a:ln>
        </p:spPr>
      </p:sp>
      <p:grpSp>
        <p:nvGrpSpPr>
          <p:cNvPr id="289" name="Google Shape;289;p29"/>
          <p:cNvGrpSpPr/>
          <p:nvPr/>
        </p:nvGrpSpPr>
        <p:grpSpPr>
          <a:xfrm>
            <a:off x="-6816" y="0"/>
            <a:ext cx="9150952" cy="5153913"/>
            <a:chOff x="-6816" y="0"/>
            <a:chExt cx="9150952" cy="5153913"/>
          </a:xfrm>
        </p:grpSpPr>
        <p:grpSp>
          <p:nvGrpSpPr>
            <p:cNvPr id="290" name="Google Shape;290;p29"/>
            <p:cNvGrpSpPr/>
            <p:nvPr/>
          </p:nvGrpSpPr>
          <p:grpSpPr>
            <a:xfrm flipH="1">
              <a:off x="5354613" y="0"/>
              <a:ext cx="3789523" cy="359400"/>
              <a:chOff x="0" y="0"/>
              <a:chExt cx="3789523" cy="359400"/>
            </a:xfrm>
          </p:grpSpPr>
          <p:pic>
            <p:nvPicPr>
              <p:cNvPr id="291" name="Google Shape;291;p29"/>
              <p:cNvPicPr preferRelativeResize="0"/>
              <p:nvPr/>
            </p:nvPicPr>
            <p:blipFill>
              <a:blip r:embed="rId3">
                <a:alphaModFix/>
              </a:blip>
              <a:stretch>
                <a:fillRect/>
              </a:stretch>
            </p:blipFill>
            <p:spPr>
              <a:xfrm>
                <a:off x="0" y="0"/>
                <a:ext cx="3789523" cy="359400"/>
              </a:xfrm>
              <a:prstGeom prst="rect">
                <a:avLst/>
              </a:prstGeom>
              <a:noFill/>
              <a:ln>
                <a:noFill/>
              </a:ln>
            </p:spPr>
          </p:pic>
          <p:pic>
            <p:nvPicPr>
              <p:cNvPr id="292" name="Google Shape;292;p29"/>
              <p:cNvPicPr preferRelativeResize="0"/>
              <p:nvPr/>
            </p:nvPicPr>
            <p:blipFill>
              <a:blip r:embed="rId4">
                <a:alphaModFix/>
              </a:blip>
              <a:stretch>
                <a:fillRect/>
              </a:stretch>
            </p:blipFill>
            <p:spPr>
              <a:xfrm>
                <a:off x="265125" y="145205"/>
                <a:ext cx="1585464" cy="69000"/>
              </a:xfrm>
              <a:prstGeom prst="rect">
                <a:avLst/>
              </a:prstGeom>
              <a:noFill/>
              <a:ln>
                <a:noFill/>
              </a:ln>
            </p:spPr>
          </p:pic>
        </p:grpSp>
        <p:grpSp>
          <p:nvGrpSpPr>
            <p:cNvPr id="293" name="Google Shape;293;p29"/>
            <p:cNvGrpSpPr/>
            <p:nvPr/>
          </p:nvGrpSpPr>
          <p:grpSpPr>
            <a:xfrm flipH="1">
              <a:off x="-6816" y="4765888"/>
              <a:ext cx="3785698" cy="388025"/>
              <a:chOff x="5363346" y="4765888"/>
              <a:chExt cx="3785698" cy="388025"/>
            </a:xfrm>
          </p:grpSpPr>
          <p:pic>
            <p:nvPicPr>
              <p:cNvPr id="294" name="Google Shape;294;p29"/>
              <p:cNvPicPr preferRelativeResize="0"/>
              <p:nvPr/>
            </p:nvPicPr>
            <p:blipFill>
              <a:blip r:embed="rId5">
                <a:alphaModFix/>
              </a:blip>
              <a:stretch>
                <a:fillRect/>
              </a:stretch>
            </p:blipFill>
            <p:spPr>
              <a:xfrm rot="10800000">
                <a:off x="5363346" y="4765888"/>
                <a:ext cx="3785698" cy="388025"/>
              </a:xfrm>
              <a:prstGeom prst="rect">
                <a:avLst/>
              </a:prstGeom>
              <a:noFill/>
              <a:ln>
                <a:noFill/>
              </a:ln>
            </p:spPr>
          </p:pic>
          <p:pic>
            <p:nvPicPr>
              <p:cNvPr id="295" name="Google Shape;295;p29"/>
              <p:cNvPicPr preferRelativeResize="0"/>
              <p:nvPr/>
            </p:nvPicPr>
            <p:blipFill>
              <a:blip r:embed="rId4">
                <a:alphaModFix/>
              </a:blip>
              <a:stretch>
                <a:fillRect/>
              </a:stretch>
            </p:blipFill>
            <p:spPr>
              <a:xfrm rot="10800000">
                <a:off x="7300206" y="4925405"/>
                <a:ext cx="1585464" cy="69000"/>
              </a:xfrm>
              <a:prstGeom prst="rect">
                <a:avLst/>
              </a:prstGeom>
              <a:noFill/>
              <a:ln>
                <a:noFill/>
              </a:ln>
            </p:spPr>
          </p:pic>
        </p:grpSp>
      </p:grpSp>
      <p:grpSp>
        <p:nvGrpSpPr>
          <p:cNvPr id="296" name="Google Shape;296;p29"/>
          <p:cNvGrpSpPr/>
          <p:nvPr/>
        </p:nvGrpSpPr>
        <p:grpSpPr>
          <a:xfrm>
            <a:off x="0" y="-11538"/>
            <a:ext cx="9143999" cy="5155025"/>
            <a:chOff x="0" y="-11538"/>
            <a:chExt cx="9143999" cy="5155025"/>
          </a:xfrm>
        </p:grpSpPr>
        <p:pic>
          <p:nvPicPr>
            <p:cNvPr id="297" name="Google Shape;297;p29"/>
            <p:cNvPicPr preferRelativeResize="0"/>
            <p:nvPr/>
          </p:nvPicPr>
          <p:blipFill>
            <a:blip r:embed="rId6">
              <a:alphaModFix/>
            </a:blip>
            <a:stretch>
              <a:fillRect/>
            </a:stretch>
          </p:blipFill>
          <p:spPr>
            <a:xfrm flipH="1">
              <a:off x="0" y="-11538"/>
              <a:ext cx="972775" cy="972775"/>
            </a:xfrm>
            <a:prstGeom prst="rect">
              <a:avLst/>
            </a:prstGeom>
            <a:noFill/>
            <a:ln>
              <a:noFill/>
            </a:ln>
          </p:spPr>
        </p:pic>
        <p:pic>
          <p:nvPicPr>
            <p:cNvPr id="298" name="Google Shape;298;p29"/>
            <p:cNvPicPr preferRelativeResize="0"/>
            <p:nvPr/>
          </p:nvPicPr>
          <p:blipFill>
            <a:blip r:embed="rId7">
              <a:alphaModFix/>
            </a:blip>
            <a:stretch>
              <a:fillRect/>
            </a:stretch>
          </p:blipFill>
          <p:spPr>
            <a:xfrm flipH="1">
              <a:off x="8171224" y="4170713"/>
              <a:ext cx="972775" cy="972775"/>
            </a:xfrm>
            <a:prstGeom prst="rect">
              <a:avLst/>
            </a:prstGeom>
            <a:noFill/>
            <a:ln>
              <a:noFill/>
            </a:ln>
          </p:spPr>
        </p:pic>
      </p:grpSp>
      <p:sp>
        <p:nvSpPr>
          <p:cNvPr id="299" name="Google Shape;299;p29"/>
          <p:cNvSpPr txBox="1"/>
          <p:nvPr/>
        </p:nvSpPr>
        <p:spPr>
          <a:xfrm>
            <a:off x="713224" y="3542325"/>
            <a:ext cx="3425400" cy="648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Poppins"/>
                <a:ea typeface="Poppins"/>
                <a:cs typeface="Poppins"/>
                <a:sym typeface="Poppins"/>
              </a:rPr>
              <a:t>CREDITS:</a:t>
            </a:r>
            <a:r>
              <a:rPr lang="en" sz="1000">
                <a:solidFill>
                  <a:schemeClr val="dk1"/>
                </a:solidFill>
                <a:latin typeface="Poppins"/>
                <a:ea typeface="Poppins"/>
                <a:cs typeface="Poppins"/>
                <a:sym typeface="Poppins"/>
              </a:rPr>
              <a:t> This presentation template was created by </a:t>
            </a:r>
            <a:r>
              <a:rPr lang="en" sz="1000" b="1" u="sng">
                <a:solidFill>
                  <a:schemeClr val="hlink"/>
                </a:solidFill>
                <a:latin typeface="Poppins"/>
                <a:ea typeface="Poppins"/>
                <a:cs typeface="Poppins"/>
                <a:sym typeface="Poppins"/>
                <a:hlinkClick r:id="rId8"/>
              </a:rPr>
              <a:t>Slidesgo</a:t>
            </a:r>
            <a:r>
              <a:rPr lang="en" sz="1000">
                <a:solidFill>
                  <a:schemeClr val="dk1"/>
                </a:solidFill>
                <a:latin typeface="Poppins"/>
                <a:ea typeface="Poppins"/>
                <a:cs typeface="Poppins"/>
                <a:sym typeface="Poppins"/>
              </a:rPr>
              <a:t>, and includes icons, infographics &amp; images by </a:t>
            </a:r>
            <a:r>
              <a:rPr lang="en" sz="1000" b="1" u="sng">
                <a:solidFill>
                  <a:schemeClr val="dk1"/>
                </a:solidFill>
                <a:latin typeface="Poppins"/>
                <a:ea typeface="Poppins"/>
                <a:cs typeface="Poppins"/>
                <a:sym typeface="Poppins"/>
                <a:hlinkClick r:id="rId9">
                  <a:extLst>
                    <a:ext uri="{A12FA001-AC4F-418D-AE19-62706E023703}">
                      <ahyp:hlinkClr xmlns:ahyp="http://schemas.microsoft.com/office/drawing/2018/hyperlinkcolor" val="tx"/>
                    </a:ext>
                  </a:extLst>
                </a:hlinkClick>
              </a:rPr>
              <a:t>Freepik</a:t>
            </a:r>
            <a:r>
              <a:rPr lang="en" sz="1000" u="sng">
                <a:solidFill>
                  <a:schemeClr val="dk1"/>
                </a:solidFill>
                <a:latin typeface="Poppins"/>
                <a:ea typeface="Poppins"/>
                <a:cs typeface="Poppins"/>
                <a:sym typeface="Poppins"/>
              </a:rPr>
              <a:t> </a:t>
            </a:r>
            <a:endParaRPr sz="1000" b="1" u="sng">
              <a:solidFill>
                <a:schemeClr val="dk1"/>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0"/>
        <p:cNvGrpSpPr/>
        <p:nvPr/>
      </p:nvGrpSpPr>
      <p:grpSpPr>
        <a:xfrm>
          <a:off x="0" y="0"/>
          <a:ext cx="0" cy="0"/>
          <a:chOff x="0" y="0"/>
          <a:chExt cx="0" cy="0"/>
        </a:xfrm>
      </p:grpSpPr>
      <p:pic>
        <p:nvPicPr>
          <p:cNvPr id="301" name="Google Shape;301;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alphaModFix/>
          </a:blip>
          <a:srcRect t="129" b="129"/>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alphaModFix/>
          </a:blip>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alphaModFix/>
              </a:blip>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alphaModFix/>
              </a:blip>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0"/>
        <p:cNvGrpSpPr/>
        <p:nvPr/>
      </p:nvGrpSpPr>
      <p:grpSpPr>
        <a:xfrm>
          <a:off x="0" y="0"/>
          <a:ext cx="0" cy="0"/>
          <a:chOff x="0" y="0"/>
          <a:chExt cx="0" cy="0"/>
        </a:xfrm>
      </p:grpSpPr>
      <p:pic>
        <p:nvPicPr>
          <p:cNvPr id="311" name="Google Shape;311;p31"/>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alphaModFix/>
          </a:blip>
          <a:srcRect l="73637" t="129" b="129"/>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alphaModFix/>
            </a:blip>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alphaModFix/>
            </a:blip>
            <a:stretch>
              <a:fillRect/>
            </a:stretch>
          </p:blipFill>
          <p:spPr>
            <a:xfrm rot="5400000" flipH="1">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alphaModFix/>
            </a:blip>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alphaModFix/>
            </a:blip>
            <a:stretch>
              <a:fillRect/>
            </a:stretch>
          </p:blipFill>
          <p:spPr>
            <a:xfrm>
              <a:off x="265125" y="145205"/>
              <a:ext cx="1585464" cy="69000"/>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2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23"/>
        <p:cNvGrpSpPr/>
        <p:nvPr/>
      </p:nvGrpSpPr>
      <p:grpSpPr>
        <a:xfrm>
          <a:off x="0" y="0"/>
          <a:ext cx="0" cy="0"/>
          <a:chOff x="0" y="0"/>
          <a:chExt cx="0" cy="0"/>
        </a:xfrm>
      </p:grpSpPr>
      <p:sp>
        <p:nvSpPr>
          <p:cNvPr id="324" name="Google Shape;324;p34"/>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19"/>
        <p:cNvGrpSpPr/>
        <p:nvPr/>
      </p:nvGrpSpPr>
      <p:grpSpPr>
        <a:xfrm>
          <a:off x="0" y="0"/>
          <a:ext cx="0" cy="0"/>
          <a:chOff x="0" y="0"/>
          <a:chExt cx="0" cy="0"/>
        </a:xfrm>
      </p:grpSpPr>
      <p:sp>
        <p:nvSpPr>
          <p:cNvPr id="320" name="Google Shape;320;p3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21" name="Google Shape;321;p3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txBox="1">
            <a:spLocks noGrp="1"/>
          </p:cNvSpPr>
          <p:nvPr>
            <p:ph type="ctrTitle"/>
          </p:nvPr>
        </p:nvSpPr>
        <p:spPr>
          <a:xfrm>
            <a:off x="1117443" y="2183502"/>
            <a:ext cx="7199400" cy="147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Movies Data Analysis and Rating Insights</a:t>
            </a:r>
            <a:br>
              <a:rPr lang="en-US" dirty="0"/>
            </a:br>
            <a:endParaRPr dirty="0"/>
          </a:p>
        </p:txBody>
      </p:sp>
      <p:sp>
        <p:nvSpPr>
          <p:cNvPr id="330" name="Google Shape;330;p35"/>
          <p:cNvSpPr txBox="1">
            <a:spLocks noGrp="1"/>
          </p:cNvSpPr>
          <p:nvPr>
            <p:ph type="subTitle" idx="1"/>
          </p:nvPr>
        </p:nvSpPr>
        <p:spPr>
          <a:xfrm>
            <a:off x="972300" y="3239202"/>
            <a:ext cx="7199400" cy="42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p38"/>
          <p:cNvSpPr txBox="1">
            <a:spLocks noGrp="1"/>
          </p:cNvSpPr>
          <p:nvPr>
            <p:ph type="title"/>
          </p:nvPr>
        </p:nvSpPr>
        <p:spPr>
          <a:xfrm>
            <a:off x="713225" y="987538"/>
            <a:ext cx="4294800" cy="8176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Introduction </a:t>
            </a:r>
            <a:endParaRPr dirty="0"/>
          </a:p>
        </p:txBody>
      </p:sp>
      <p:sp>
        <p:nvSpPr>
          <p:cNvPr id="364" name="Google Shape;364;p38"/>
          <p:cNvSpPr txBox="1">
            <a:spLocks noGrp="1"/>
          </p:cNvSpPr>
          <p:nvPr>
            <p:ph type="subTitle" idx="3"/>
          </p:nvPr>
        </p:nvSpPr>
        <p:spPr>
          <a:xfrm>
            <a:off x="748165" y="1741709"/>
            <a:ext cx="4838489" cy="2159005"/>
          </a:xfrm>
          <a:prstGeom prst="rect">
            <a:avLst/>
          </a:prstGeom>
        </p:spPr>
        <p:txBody>
          <a:bodyPr spcFirstLastPara="1" wrap="square" lIns="91425" tIns="91425" rIns="91425" bIns="91425" anchor="t" anchorCtr="0">
            <a:noAutofit/>
          </a:bodyPr>
          <a:lstStyle/>
          <a:p>
            <a:pPr marL="0" indent="0">
              <a:buSzPts val="1100"/>
              <a:buNone/>
            </a:pPr>
            <a:r>
              <a:rPr lang="en-US" sz="1800" dirty="0"/>
              <a:t>Cinema plays a significant role in global entertainment and culture. Understanding what makes a movie successful helps filmmakers, producers, and digital platforms enhance audience satisfaction. This project analyzes data from the top rated movies on IMDb to explore trends and influential factors related to movie success.</a:t>
            </a:r>
          </a:p>
          <a:p>
            <a:pPr marL="0" indent="0">
              <a:buSzPts val="1100"/>
              <a:buNone/>
            </a:pPr>
            <a:endParaRPr sz="1800" dirty="0"/>
          </a:p>
        </p:txBody>
      </p:sp>
      <p:pic>
        <p:nvPicPr>
          <p:cNvPr id="10" name="Picture Placeholder 9">
            <a:extLst>
              <a:ext uri="{FF2B5EF4-FFF2-40B4-BE49-F238E27FC236}">
                <a16:creationId xmlns:a16="http://schemas.microsoft.com/office/drawing/2014/main" id="{362592C5-6578-BCE3-9163-B2A6E2AEC2AC}"/>
              </a:ext>
            </a:extLst>
          </p:cNvPr>
          <p:cNvPicPr>
            <a:picLocks noGrp="1" noChangeAspect="1"/>
          </p:cNvPicPr>
          <p:nvPr>
            <p:ph type="pic" idx="2"/>
          </p:nvPr>
        </p:nvPicPr>
        <p:blipFill>
          <a:blip r:embed="rId3"/>
          <a:srcRect l="39882" r="39882"/>
          <a:stretch/>
        </p:blipFill>
        <p:spPr>
          <a:xfrm>
            <a:off x="5725418" y="539550"/>
            <a:ext cx="2787000" cy="4064400"/>
          </a:xfrm>
          <a:prstGeom prst="round2DiagRect">
            <a:avLst>
              <a:gd name="adj1" fmla="val 16667"/>
              <a:gd name="adj2" fmla="val 0"/>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46" name="Google Shape;346;p37"/>
          <p:cNvSpPr txBox="1">
            <a:spLocks noGrp="1"/>
          </p:cNvSpPr>
          <p:nvPr>
            <p:ph type="title" idx="3"/>
          </p:nvPr>
        </p:nvSpPr>
        <p:spPr>
          <a:xfrm>
            <a:off x="4649595" y="3236184"/>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3</a:t>
            </a:r>
            <a:endParaRPr dirty="0"/>
          </a:p>
        </p:txBody>
      </p:sp>
      <p:sp>
        <p:nvSpPr>
          <p:cNvPr id="347" name="Google Shape;347;p37"/>
          <p:cNvSpPr txBox="1">
            <a:spLocks noGrp="1"/>
          </p:cNvSpPr>
          <p:nvPr>
            <p:ph type="title" idx="4"/>
          </p:nvPr>
        </p:nvSpPr>
        <p:spPr>
          <a:xfrm>
            <a:off x="4649595" y="1351860"/>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1</a:t>
            </a:r>
            <a:endParaRPr dirty="0"/>
          </a:p>
        </p:txBody>
      </p:sp>
      <p:sp>
        <p:nvSpPr>
          <p:cNvPr id="349" name="Google Shape;349;p37"/>
          <p:cNvSpPr txBox="1">
            <a:spLocks noGrp="1"/>
          </p:cNvSpPr>
          <p:nvPr>
            <p:ph type="title" idx="6"/>
          </p:nvPr>
        </p:nvSpPr>
        <p:spPr>
          <a:xfrm>
            <a:off x="4652530" y="2274581"/>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2</a:t>
            </a:r>
            <a:endParaRPr dirty="0"/>
          </a:p>
        </p:txBody>
      </p:sp>
      <p:sp>
        <p:nvSpPr>
          <p:cNvPr id="352" name="Google Shape;352;p37"/>
          <p:cNvSpPr txBox="1">
            <a:spLocks noGrp="1"/>
          </p:cNvSpPr>
          <p:nvPr>
            <p:ph type="subTitle" idx="8"/>
          </p:nvPr>
        </p:nvSpPr>
        <p:spPr>
          <a:xfrm>
            <a:off x="2283900" y="1369925"/>
            <a:ext cx="2288100" cy="6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Problem Statement </a:t>
            </a:r>
            <a:endParaRPr dirty="0"/>
          </a:p>
        </p:txBody>
      </p:sp>
      <p:sp>
        <p:nvSpPr>
          <p:cNvPr id="353" name="Google Shape;353;p37"/>
          <p:cNvSpPr txBox="1">
            <a:spLocks noGrp="1"/>
          </p:cNvSpPr>
          <p:nvPr>
            <p:ph type="subTitle" idx="9"/>
          </p:nvPr>
        </p:nvSpPr>
        <p:spPr>
          <a:xfrm>
            <a:off x="2317321" y="2457411"/>
            <a:ext cx="2288100" cy="329927"/>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Objectives</a:t>
            </a:r>
            <a:endParaRPr dirty="0"/>
          </a:p>
        </p:txBody>
      </p:sp>
      <p:sp>
        <p:nvSpPr>
          <p:cNvPr id="354" name="Google Shape;354;p37"/>
          <p:cNvSpPr txBox="1">
            <a:spLocks noGrp="1"/>
          </p:cNvSpPr>
          <p:nvPr>
            <p:ph type="subTitle" idx="13"/>
          </p:nvPr>
        </p:nvSpPr>
        <p:spPr>
          <a:xfrm>
            <a:off x="2833474" y="3180025"/>
            <a:ext cx="2288100" cy="6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Related Work </a:t>
            </a:r>
            <a:endParaRPr dirty="0"/>
          </a:p>
        </p:txBody>
      </p:sp>
      <p:pic>
        <p:nvPicPr>
          <p:cNvPr id="357" name="Google Shape;357;p37"/>
          <p:cNvPicPr preferRelativeResize="0"/>
          <p:nvPr/>
        </p:nvPicPr>
        <p:blipFill>
          <a:blip r:embed="rId3">
            <a:alphaModFix/>
          </a:blip>
          <a:stretch>
            <a:fillRect/>
          </a:stretch>
        </p:blipFill>
        <p:spPr>
          <a:xfrm>
            <a:off x="76200" y="3712050"/>
            <a:ext cx="1768000" cy="135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39"/>
          <p:cNvPicPr preferRelativeResize="0"/>
          <p:nvPr/>
        </p:nvPicPr>
        <p:blipFill rotWithShape="1">
          <a:blip r:embed="rId3">
            <a:alphaModFix/>
          </a:blip>
          <a:srcRect t="129" b="129"/>
          <a:stretch/>
        </p:blipFill>
        <p:spPr>
          <a:xfrm rot="10800000">
            <a:off x="2677801" y="270878"/>
            <a:ext cx="1716695" cy="1307947"/>
          </a:xfrm>
          <a:prstGeom prst="rect">
            <a:avLst/>
          </a:prstGeom>
          <a:noFill/>
          <a:ln>
            <a:noFill/>
          </a:ln>
        </p:spPr>
      </p:pic>
      <p:sp>
        <p:nvSpPr>
          <p:cNvPr id="370" name="Google Shape;370;p39"/>
          <p:cNvSpPr txBox="1">
            <a:spLocks noGrp="1"/>
          </p:cNvSpPr>
          <p:nvPr>
            <p:ph type="title"/>
          </p:nvPr>
        </p:nvSpPr>
        <p:spPr>
          <a:xfrm>
            <a:off x="4047175" y="2395512"/>
            <a:ext cx="4383600" cy="13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Problem Statement </a:t>
            </a:r>
            <a:endParaRPr dirty="0"/>
          </a:p>
        </p:txBody>
      </p:sp>
      <p:sp>
        <p:nvSpPr>
          <p:cNvPr id="371" name="Google Shape;371;p39"/>
          <p:cNvSpPr txBox="1">
            <a:spLocks noGrp="1"/>
          </p:cNvSpPr>
          <p:nvPr>
            <p:ph type="title" idx="2"/>
          </p:nvPr>
        </p:nvSpPr>
        <p:spPr>
          <a:xfrm>
            <a:off x="5690274" y="1037350"/>
            <a:ext cx="1417189"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1</a:t>
            </a:r>
            <a:endParaRPr dirty="0"/>
          </a:p>
        </p:txBody>
      </p:sp>
    </p:spTree>
    <p:extLst>
      <p:ext uri="{BB962C8B-B14F-4D97-AF65-F5344CB8AC3E}">
        <p14:creationId xmlns:p14="http://schemas.microsoft.com/office/powerpoint/2010/main" val="334014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have a look</a:t>
            </a:r>
            <a:endParaRPr/>
          </a:p>
        </p:txBody>
      </p:sp>
      <p:sp>
        <p:nvSpPr>
          <p:cNvPr id="3" name="Subtitle 2">
            <a:extLst>
              <a:ext uri="{FF2B5EF4-FFF2-40B4-BE49-F238E27FC236}">
                <a16:creationId xmlns:a16="http://schemas.microsoft.com/office/drawing/2014/main" id="{164F9575-186E-36CE-6CBD-FC02C245AFD1}"/>
              </a:ext>
            </a:extLst>
          </p:cNvPr>
          <p:cNvSpPr>
            <a:spLocks noGrp="1"/>
          </p:cNvSpPr>
          <p:nvPr>
            <p:ph type="subTitle" idx="2"/>
          </p:nvPr>
        </p:nvSpPr>
        <p:spPr>
          <a:xfrm>
            <a:off x="2212432" y="1593150"/>
            <a:ext cx="4849467" cy="2502850"/>
          </a:xfrm>
        </p:spPr>
        <p:txBody>
          <a:bodyPr/>
          <a:lstStyle/>
          <a:p>
            <a:pPr marL="152400" indent="0"/>
            <a:r>
              <a:rPr lang="en-US" sz="1800" dirty="0"/>
              <a:t>There is limited clarity regarding the</a:t>
            </a:r>
          </a:p>
          <a:p>
            <a:pPr marL="152400" indent="0"/>
            <a:r>
              <a:rPr lang="en-US" sz="1800" dirty="0"/>
              <a:t>key attributes that influence the overall</a:t>
            </a:r>
          </a:p>
          <a:p>
            <a:pPr marL="152400" indent="0"/>
            <a:r>
              <a:rPr lang="en-US" sz="1800" dirty="0"/>
              <a:t>rating of a movie , The lack of structured analysis makes</a:t>
            </a:r>
          </a:p>
          <a:p>
            <a:pPr marL="152400" indent="0"/>
            <a:r>
              <a:rPr lang="en-US" sz="1800" dirty="0"/>
              <a:t>it difficult to predict movie success or</a:t>
            </a:r>
          </a:p>
          <a:p>
            <a:pPr marL="152400" indent="0"/>
            <a:r>
              <a:rPr lang="en-US" sz="1800" dirty="0"/>
              <a:t>identify patterns that characterize top</a:t>
            </a:r>
          </a:p>
          <a:p>
            <a:pPr marL="152400" indent="0"/>
            <a:r>
              <a:rPr lang="en-US" sz="1800" dirty="0"/>
              <a:t>Rated films.</a:t>
            </a:r>
            <a:endParaRPr lang="" sz="1800" dirty="0"/>
          </a:p>
        </p:txBody>
      </p:sp>
    </p:spTree>
    <p:extLst>
      <p:ext uri="{BB962C8B-B14F-4D97-AF65-F5344CB8AC3E}">
        <p14:creationId xmlns:p14="http://schemas.microsoft.com/office/powerpoint/2010/main" val="3316892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39"/>
          <p:cNvPicPr preferRelativeResize="0"/>
          <p:nvPr/>
        </p:nvPicPr>
        <p:blipFill rotWithShape="1">
          <a:blip r:embed="rId3">
            <a:alphaModFix/>
          </a:blip>
          <a:srcRect t="129" b="129"/>
          <a:stretch/>
        </p:blipFill>
        <p:spPr>
          <a:xfrm rot="10800000">
            <a:off x="2677801" y="270878"/>
            <a:ext cx="1716695" cy="1307947"/>
          </a:xfrm>
          <a:prstGeom prst="rect">
            <a:avLst/>
          </a:prstGeom>
          <a:noFill/>
          <a:ln>
            <a:noFill/>
          </a:ln>
        </p:spPr>
      </p:pic>
      <p:sp>
        <p:nvSpPr>
          <p:cNvPr id="370" name="Google Shape;370;p39"/>
          <p:cNvSpPr txBox="1">
            <a:spLocks noGrp="1"/>
          </p:cNvSpPr>
          <p:nvPr>
            <p:ph type="title"/>
          </p:nvPr>
        </p:nvSpPr>
        <p:spPr>
          <a:xfrm>
            <a:off x="4047175" y="2395512"/>
            <a:ext cx="4383600" cy="13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OBJECTIVES OF THE PROJECT</a:t>
            </a:r>
            <a:endParaRPr dirty="0"/>
          </a:p>
        </p:txBody>
      </p:sp>
      <p:sp>
        <p:nvSpPr>
          <p:cNvPr id="371" name="Google Shape;371;p39"/>
          <p:cNvSpPr txBox="1">
            <a:spLocks noGrp="1"/>
          </p:cNvSpPr>
          <p:nvPr>
            <p:ph type="title" idx="2"/>
          </p:nvPr>
        </p:nvSpPr>
        <p:spPr>
          <a:xfrm>
            <a:off x="5690274" y="1037351"/>
            <a:ext cx="1321939" cy="9583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2</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have a look</a:t>
            </a:r>
            <a:endParaRPr/>
          </a:p>
        </p:txBody>
      </p:sp>
      <p:sp>
        <p:nvSpPr>
          <p:cNvPr id="5" name="Google Shape;378;p40">
            <a:extLst>
              <a:ext uri="{FF2B5EF4-FFF2-40B4-BE49-F238E27FC236}">
                <a16:creationId xmlns:a16="http://schemas.microsoft.com/office/drawing/2014/main" id="{4F6B8883-0D19-1762-F602-C90C144A5C43}"/>
              </a:ext>
            </a:extLst>
          </p:cNvPr>
          <p:cNvSpPr txBox="1">
            <a:spLocks noGrp="1"/>
          </p:cNvSpPr>
          <p:nvPr>
            <p:ph type="subTitle" idx="2"/>
          </p:nvPr>
        </p:nvSpPr>
        <p:spPr>
          <a:xfrm>
            <a:off x="1946413" y="1615891"/>
            <a:ext cx="5251174" cy="27722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9pPr>
          </a:lstStyle>
          <a:p>
            <a:pPr marL="228600" indent="-228600">
              <a:buFont typeface="+mj-lt"/>
              <a:buAutoNum type="arabicPeriod"/>
            </a:pPr>
            <a:r>
              <a:rPr lang="en-US" sz="1600" dirty="0"/>
              <a:t>Analyze and visualize important characteristics of top IMDb movies</a:t>
            </a:r>
          </a:p>
          <a:p>
            <a:pPr marL="228600" indent="-228600">
              <a:buFont typeface="+mj-lt"/>
              <a:buAutoNum type="arabicPeriod"/>
            </a:pPr>
            <a:r>
              <a:rPr lang="en-US" sz="1600" dirty="0"/>
              <a:t>Investigate the relationship between movie attributes such as year, duration, and number of votes with rating.
Gain insights into audience preferences and genre trends.
Build a simple predictive model to estimate movie rating based on selected features.</a:t>
            </a:r>
            <a:endParaRPr lang="en"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39"/>
          <p:cNvPicPr preferRelativeResize="0"/>
          <p:nvPr/>
        </p:nvPicPr>
        <p:blipFill rotWithShape="1">
          <a:blip r:embed="rId3">
            <a:alphaModFix/>
          </a:blip>
          <a:srcRect t="129" b="129"/>
          <a:stretch/>
        </p:blipFill>
        <p:spPr>
          <a:xfrm rot="10800000">
            <a:off x="2677801" y="270878"/>
            <a:ext cx="1716695" cy="1307947"/>
          </a:xfrm>
          <a:prstGeom prst="rect">
            <a:avLst/>
          </a:prstGeom>
          <a:noFill/>
          <a:ln>
            <a:noFill/>
          </a:ln>
        </p:spPr>
      </p:pic>
      <p:sp>
        <p:nvSpPr>
          <p:cNvPr id="370" name="Google Shape;370;p39"/>
          <p:cNvSpPr txBox="1">
            <a:spLocks noGrp="1"/>
          </p:cNvSpPr>
          <p:nvPr>
            <p:ph type="title"/>
          </p:nvPr>
        </p:nvSpPr>
        <p:spPr>
          <a:xfrm>
            <a:off x="4047175" y="2395512"/>
            <a:ext cx="4383600" cy="139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Related work </a:t>
            </a:r>
            <a:endParaRPr dirty="0"/>
          </a:p>
        </p:txBody>
      </p:sp>
      <p:sp>
        <p:nvSpPr>
          <p:cNvPr id="371" name="Google Shape;371;p39"/>
          <p:cNvSpPr txBox="1">
            <a:spLocks noGrp="1"/>
          </p:cNvSpPr>
          <p:nvPr>
            <p:ph type="title" idx="2"/>
          </p:nvPr>
        </p:nvSpPr>
        <p:spPr>
          <a:xfrm>
            <a:off x="5690274" y="1037351"/>
            <a:ext cx="1321939" cy="9583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en-US" dirty="0"/>
              <a:t>3</a:t>
            </a:r>
            <a:endParaRPr dirty="0"/>
          </a:p>
        </p:txBody>
      </p:sp>
    </p:spTree>
    <p:extLst>
      <p:ext uri="{BB962C8B-B14F-4D97-AF65-F5344CB8AC3E}">
        <p14:creationId xmlns:p14="http://schemas.microsoft.com/office/powerpoint/2010/main" val="405462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have a look</a:t>
            </a:r>
            <a:endParaRPr/>
          </a:p>
        </p:txBody>
      </p:sp>
      <p:sp>
        <p:nvSpPr>
          <p:cNvPr id="5" name="Google Shape;378;p40">
            <a:extLst>
              <a:ext uri="{FF2B5EF4-FFF2-40B4-BE49-F238E27FC236}">
                <a16:creationId xmlns:a16="http://schemas.microsoft.com/office/drawing/2014/main" id="{4F6B8883-0D19-1762-F602-C90C144A5C43}"/>
              </a:ext>
            </a:extLst>
          </p:cNvPr>
          <p:cNvSpPr txBox="1">
            <a:spLocks noGrp="1"/>
          </p:cNvSpPr>
          <p:nvPr>
            <p:ph type="subTitle" idx="2"/>
          </p:nvPr>
        </p:nvSpPr>
        <p:spPr>
          <a:xfrm>
            <a:off x="1946413" y="1615891"/>
            <a:ext cx="5251174" cy="27722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0"/>
              </a:spcBef>
              <a:spcAft>
                <a:spcPts val="0"/>
              </a:spcAft>
              <a:buClr>
                <a:schemeClr val="dk1"/>
              </a:buClr>
              <a:buSzPts val="1200"/>
              <a:buFont typeface="Poppins"/>
              <a:buNone/>
              <a:defRPr sz="1200" b="0" i="0" u="none" strike="noStrike" cap="none">
                <a:solidFill>
                  <a:schemeClr val="dk1"/>
                </a:solidFill>
                <a:latin typeface="Poppins"/>
                <a:ea typeface="Poppins"/>
                <a:cs typeface="Poppins"/>
                <a:sym typeface="Poppins"/>
              </a:defRPr>
            </a:lvl9pPr>
          </a:lstStyle>
          <a:p>
            <a:pPr marL="0" indent="0"/>
            <a:r>
              <a:rPr lang="en-US" sz="1800" dirty="0"/>
              <a:t>Previous studies have focused on analyzing movie performance using publicly available datasets from IMDb. Most works highlight the role of factors such as budget, genre, and audience engagement in rating prediction. This project follows a similar approach, focusing on data exploration and simple machine learning modeling without deep learning techniques.</a:t>
            </a:r>
          </a:p>
        </p:txBody>
      </p:sp>
    </p:spTree>
    <p:extLst>
      <p:ext uri="{BB962C8B-B14F-4D97-AF65-F5344CB8AC3E}">
        <p14:creationId xmlns:p14="http://schemas.microsoft.com/office/powerpoint/2010/main" val="407632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8" name="Google Shape;508;p49"/>
          <p:cNvSpPr txBox="1">
            <a:spLocks noGrp="1"/>
          </p:cNvSpPr>
          <p:nvPr>
            <p:ph type="title"/>
          </p:nvPr>
        </p:nvSpPr>
        <p:spPr>
          <a:xfrm>
            <a:off x="2472118" y="670840"/>
            <a:ext cx="4089300" cy="105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Our Team ( 45 )</a:t>
            </a:r>
            <a:endParaRPr dirty="0"/>
          </a:p>
        </p:txBody>
      </p:sp>
      <p:sp>
        <p:nvSpPr>
          <p:cNvPr id="509" name="Google Shape;509;p49"/>
          <p:cNvSpPr txBox="1">
            <a:spLocks noGrp="1"/>
          </p:cNvSpPr>
          <p:nvPr>
            <p:ph type="subTitle" idx="1"/>
          </p:nvPr>
        </p:nvSpPr>
        <p:spPr>
          <a:xfrm>
            <a:off x="2197028" y="1856907"/>
            <a:ext cx="4089300" cy="2139000"/>
          </a:xfrm>
          <a:prstGeom prst="rect">
            <a:avLst/>
          </a:prstGeom>
        </p:spPr>
        <p:txBody>
          <a:bodyPr spcFirstLastPara="1" wrap="square" lIns="91425" tIns="91425" rIns="91425" bIns="91425" anchor="t" anchorCtr="0">
            <a:noAutofit/>
          </a:bodyPr>
          <a:lstStyle/>
          <a:p>
            <a:r>
              <a:rPr lang="en-US" sz="1600" b="1" dirty="0"/>
              <a:t>Sherif Shaheen Sultan</a:t>
            </a:r>
          </a:p>
          <a:p>
            <a:endParaRPr lang="en-US" sz="1600" b="1" dirty="0"/>
          </a:p>
          <a:p>
            <a:r>
              <a:rPr lang="en-US" sz="1600" b="1" dirty="0"/>
              <a:t>Youssef Mohamed Salah </a:t>
            </a:r>
          </a:p>
          <a:p>
            <a:endParaRPr lang="en-US" sz="1600" b="1" dirty="0"/>
          </a:p>
          <a:p>
            <a:r>
              <a:rPr lang="en-US" sz="1600" b="1" dirty="0"/>
              <a:t>Mohamed Hamada Mostafa </a:t>
            </a:r>
            <a:endParaRPr sz="1600" b="1" dirty="0"/>
          </a:p>
        </p:txBody>
      </p:sp>
    </p:spTree>
  </p:cSld>
  <p:clrMapOvr>
    <a:masterClrMapping/>
  </p:clrMapOvr>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266</Words>
  <Application>Microsoft Office PowerPoint</Application>
  <PresentationFormat>On-screen Show (16:9)</PresentationFormat>
  <Paragraphs>35</Paragraphs>
  <Slides>10</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Anaheim</vt:lpstr>
      <vt:lpstr>PT Sans</vt:lpstr>
      <vt:lpstr>Proxima Nova</vt:lpstr>
      <vt:lpstr>Nunito Light</vt:lpstr>
      <vt:lpstr>Poppins</vt:lpstr>
      <vt:lpstr>Arial</vt:lpstr>
      <vt:lpstr>Proxima Nova Semibold</vt:lpstr>
      <vt:lpstr>Industrial Preliminary Project by Slidesgo</vt:lpstr>
      <vt:lpstr>Slidesgo Final Pages</vt:lpstr>
      <vt:lpstr>Movies Data Analysis and Rating Insights </vt:lpstr>
      <vt:lpstr>Introduction </vt:lpstr>
      <vt:lpstr>TABLE OF CONTENTS</vt:lpstr>
      <vt:lpstr>Problem Statement </vt:lpstr>
      <vt:lpstr>Let’s have a look</vt:lpstr>
      <vt:lpstr>OBJECTIVES OF THE PROJECT</vt:lpstr>
      <vt:lpstr>Let’s have a look</vt:lpstr>
      <vt:lpstr>Related work </vt:lpstr>
      <vt:lpstr>Let’s have a look</vt:lpstr>
      <vt:lpstr>Our Team ( 45 )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Movies Data Analysis and Rating Insights </dc:title>
  <cp:lastModifiedBy>sherif shaheen</cp:lastModifiedBy>
  <cp:revision>3</cp:revision>
  <dcterms:modified xsi:type="dcterms:W3CDTF">2025-10-25T23:58:15Z</dcterms:modified>
</cp:coreProperties>
</file>